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1" r:id="rId6"/>
    <p:sldId id="260" r:id="rId7"/>
    <p:sldId id="262" r:id="rId8"/>
    <p:sldId id="263" r:id="rId9"/>
    <p:sldId id="264" r:id="rId10"/>
    <p:sldId id="267" r:id="rId11"/>
    <p:sldId id="265"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681A24-EDC6-473C-8823-4CE693ABD88A}" v="128" dt="2026-06-15T05:39:49.24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4" autoAdjust="0"/>
    <p:restoredTop sz="81189" autoAdjust="0"/>
  </p:normalViewPr>
  <p:slideViewPr>
    <p:cSldViewPr snapToGrid="0">
      <p:cViewPr varScale="1">
        <p:scale>
          <a:sx n="89" d="100"/>
          <a:sy n="89" d="100"/>
        </p:scale>
        <p:origin x="126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家 余" userId="4794e03318d1ced1" providerId="LiveId" clId="{FFAC703A-B6B6-4321-AB0C-A59B7EDF14A6}"/>
    <pc:docChg chg="undo custSel addSld delSld modSld sldOrd">
      <pc:chgData name="佳家 余" userId="4794e03318d1ced1" providerId="LiveId" clId="{FFAC703A-B6B6-4321-AB0C-A59B7EDF14A6}" dt="2026-06-15T05:41:54.933" v="4478" actId="108"/>
      <pc:docMkLst>
        <pc:docMk/>
      </pc:docMkLst>
      <pc:sldChg chg="addSp delSp modSp mod modNotesTx">
        <pc:chgData name="佳家 余" userId="4794e03318d1ced1" providerId="LiveId" clId="{FFAC703A-B6B6-4321-AB0C-A59B7EDF14A6}" dt="2026-06-15T05:35:28.874" v="4367" actId="1076"/>
        <pc:sldMkLst>
          <pc:docMk/>
          <pc:sldMk cId="753625898" sldId="256"/>
        </pc:sldMkLst>
        <pc:spChg chg="mod">
          <ac:chgData name="佳家 余" userId="4794e03318d1ced1" providerId="LiveId" clId="{FFAC703A-B6B6-4321-AB0C-A59B7EDF14A6}" dt="2026-06-15T02:14:55.503" v="3031" actId="1076"/>
          <ac:spMkLst>
            <pc:docMk/>
            <pc:sldMk cId="753625898" sldId="256"/>
            <ac:spMk id="2" creationId="{AFDE0A92-ABB4-49A6-82E6-87FBDF66404F}"/>
          </ac:spMkLst>
        </pc:spChg>
        <pc:spChg chg="del">
          <ac:chgData name="佳家 余" userId="4794e03318d1ced1" providerId="LiveId" clId="{FFAC703A-B6B6-4321-AB0C-A59B7EDF14A6}" dt="2026-06-15T02:14:58.771" v="3032" actId="478"/>
          <ac:spMkLst>
            <pc:docMk/>
            <pc:sldMk cId="753625898" sldId="256"/>
            <ac:spMk id="3" creationId="{F62F6604-9FD0-25C5-CE53-C33877A64A8E}"/>
          </ac:spMkLst>
        </pc:spChg>
        <pc:spChg chg="mod">
          <ac:chgData name="佳家 余" userId="4794e03318d1ced1" providerId="LiveId" clId="{FFAC703A-B6B6-4321-AB0C-A59B7EDF14A6}" dt="2026-06-15T05:35:28.874" v="4367" actId="1076"/>
          <ac:spMkLst>
            <pc:docMk/>
            <pc:sldMk cId="753625898" sldId="256"/>
            <ac:spMk id="4" creationId="{9DDFD71A-7017-93D0-DB6B-610AF0CBD094}"/>
          </ac:spMkLst>
        </pc:spChg>
        <pc:spChg chg="add del mod">
          <ac:chgData name="佳家 余" userId="4794e03318d1ced1" providerId="LiveId" clId="{FFAC703A-B6B6-4321-AB0C-A59B7EDF14A6}" dt="2026-06-15T02:15:00.677" v="3033" actId="478"/>
          <ac:spMkLst>
            <pc:docMk/>
            <pc:sldMk cId="753625898" sldId="256"/>
            <ac:spMk id="6" creationId="{CC94C669-0570-6B34-880B-59B8A63193F0}"/>
          </ac:spMkLst>
        </pc:spChg>
        <pc:spChg chg="add mod">
          <ac:chgData name="佳家 余" userId="4794e03318d1ced1" providerId="LiveId" clId="{FFAC703A-B6B6-4321-AB0C-A59B7EDF14A6}" dt="2026-06-15T05:04:55.931" v="3756" actId="1076"/>
          <ac:spMkLst>
            <pc:docMk/>
            <pc:sldMk cId="753625898" sldId="256"/>
            <ac:spMk id="7" creationId="{B43D5741-73C0-8638-6E27-E8EFAD04BBB5}"/>
          </ac:spMkLst>
        </pc:spChg>
        <pc:spChg chg="add mod">
          <ac:chgData name="佳家 余" userId="4794e03318d1ced1" providerId="LiveId" clId="{FFAC703A-B6B6-4321-AB0C-A59B7EDF14A6}" dt="2026-06-15T05:05:04.762" v="3759" actId="20577"/>
          <ac:spMkLst>
            <pc:docMk/>
            <pc:sldMk cId="753625898" sldId="256"/>
            <ac:spMk id="8" creationId="{F28F9467-B8DB-2663-25F8-321AF2C81DB0}"/>
          </ac:spMkLst>
        </pc:spChg>
      </pc:sldChg>
      <pc:sldChg chg="modSp mod modAnim">
        <pc:chgData name="佳家 余" userId="4794e03318d1ced1" providerId="LiveId" clId="{FFAC703A-B6B6-4321-AB0C-A59B7EDF14A6}" dt="2026-06-15T05:35:54.070" v="4370"/>
        <pc:sldMkLst>
          <pc:docMk/>
          <pc:sldMk cId="2381967589" sldId="257"/>
        </pc:sldMkLst>
        <pc:spChg chg="mod">
          <ac:chgData name="佳家 余" userId="4794e03318d1ced1" providerId="LiveId" clId="{FFAC703A-B6B6-4321-AB0C-A59B7EDF14A6}" dt="2026-06-15T05:12:07.191" v="3779" actId="20577"/>
          <ac:spMkLst>
            <pc:docMk/>
            <pc:sldMk cId="2381967589" sldId="257"/>
            <ac:spMk id="3" creationId="{4BBCA628-C5AB-751F-FCC9-CDAC971958FD}"/>
          </ac:spMkLst>
        </pc:spChg>
      </pc:sldChg>
      <pc:sldChg chg="modSp add del mod">
        <pc:chgData name="佳家 余" userId="4794e03318d1ced1" providerId="LiveId" clId="{FFAC703A-B6B6-4321-AB0C-A59B7EDF14A6}" dt="2026-06-15T03:15:33.794" v="3568" actId="948"/>
        <pc:sldMkLst>
          <pc:docMk/>
          <pc:sldMk cId="3903631003" sldId="258"/>
        </pc:sldMkLst>
        <pc:spChg chg="mod">
          <ac:chgData name="佳家 余" userId="4794e03318d1ced1" providerId="LiveId" clId="{FFAC703A-B6B6-4321-AB0C-A59B7EDF14A6}" dt="2026-06-15T02:16:36.149" v="3117" actId="20577"/>
          <ac:spMkLst>
            <pc:docMk/>
            <pc:sldMk cId="3903631003" sldId="258"/>
            <ac:spMk id="3" creationId="{5342B2BB-DF35-5B8D-96CE-CF4CD01EE7D9}"/>
          </ac:spMkLst>
        </pc:spChg>
        <pc:graphicFrameChg chg="mod modGraphic">
          <ac:chgData name="佳家 余" userId="4794e03318d1ced1" providerId="LiveId" clId="{FFAC703A-B6B6-4321-AB0C-A59B7EDF14A6}" dt="2026-06-15T03:15:33.794" v="3568" actId="948"/>
          <ac:graphicFrameMkLst>
            <pc:docMk/>
            <pc:sldMk cId="3903631003" sldId="258"/>
            <ac:graphicFrameMk id="9" creationId="{C5B28771-3C31-C6B8-D3DC-BD347B90F098}"/>
          </ac:graphicFrameMkLst>
        </pc:graphicFrameChg>
      </pc:sldChg>
      <pc:sldChg chg="addSp delSp modSp new mod modAnim modNotesTx">
        <pc:chgData name="佳家 余" userId="4794e03318d1ced1" providerId="LiveId" clId="{FFAC703A-B6B6-4321-AB0C-A59B7EDF14A6}" dt="2026-06-15T05:36:40.285" v="4373"/>
        <pc:sldMkLst>
          <pc:docMk/>
          <pc:sldMk cId="1449955161" sldId="259"/>
        </pc:sldMkLst>
        <pc:spChg chg="mod">
          <ac:chgData name="佳家 余" userId="4794e03318d1ced1" providerId="LiveId" clId="{FFAC703A-B6B6-4321-AB0C-A59B7EDF14A6}" dt="2026-06-14T14:47:34.933" v="1607" actId="2711"/>
          <ac:spMkLst>
            <pc:docMk/>
            <pc:sldMk cId="1449955161" sldId="259"/>
            <ac:spMk id="2" creationId="{F5D3164E-415A-4570-7B96-4056477E0FAA}"/>
          </ac:spMkLst>
        </pc:spChg>
        <pc:spChg chg="del mod">
          <ac:chgData name="佳家 余" userId="4794e03318d1ced1" providerId="LiveId" clId="{FFAC703A-B6B6-4321-AB0C-A59B7EDF14A6}" dt="2026-06-14T14:36:08.719" v="619" actId="478"/>
          <ac:spMkLst>
            <pc:docMk/>
            <pc:sldMk cId="1449955161" sldId="259"/>
            <ac:spMk id="3" creationId="{FCD2EE02-73FB-38E1-AC72-B9216576AA0D}"/>
          </ac:spMkLst>
        </pc:spChg>
        <pc:spChg chg="add mod">
          <ac:chgData name="佳家 余" userId="4794e03318d1ced1" providerId="LiveId" clId="{FFAC703A-B6B6-4321-AB0C-A59B7EDF14A6}" dt="2026-06-14T14:30:41.881" v="55" actId="14100"/>
          <ac:spMkLst>
            <pc:docMk/>
            <pc:sldMk cId="1449955161" sldId="259"/>
            <ac:spMk id="6" creationId="{F7BE948C-928E-B208-ED09-20A8D2EACB93}"/>
          </ac:spMkLst>
        </pc:spChg>
        <pc:spChg chg="add mod">
          <ac:chgData name="佳家 余" userId="4794e03318d1ced1" providerId="LiveId" clId="{FFAC703A-B6B6-4321-AB0C-A59B7EDF14A6}" dt="2026-06-14T14:41:02.406" v="1397" actId="1076"/>
          <ac:spMkLst>
            <pc:docMk/>
            <pc:sldMk cId="1449955161" sldId="259"/>
            <ac:spMk id="7" creationId="{5334C425-8391-B66C-0871-A3F78ECB4738}"/>
          </ac:spMkLst>
        </pc:spChg>
        <pc:spChg chg="add mod">
          <ac:chgData name="佳家 余" userId="4794e03318d1ced1" providerId="LiveId" clId="{FFAC703A-B6B6-4321-AB0C-A59B7EDF14A6}" dt="2026-06-14T14:41:02.406" v="1397" actId="1076"/>
          <ac:spMkLst>
            <pc:docMk/>
            <pc:sldMk cId="1449955161" sldId="259"/>
            <ac:spMk id="8" creationId="{3DF72BCD-EA44-827F-6711-A8A9885469BD}"/>
          </ac:spMkLst>
        </pc:spChg>
        <pc:spChg chg="add mod">
          <ac:chgData name="佳家 余" userId="4794e03318d1ced1" providerId="LiveId" clId="{FFAC703A-B6B6-4321-AB0C-A59B7EDF14A6}" dt="2026-06-14T14:41:02.406" v="1397" actId="1076"/>
          <ac:spMkLst>
            <pc:docMk/>
            <pc:sldMk cId="1449955161" sldId="259"/>
            <ac:spMk id="9" creationId="{49D110C5-5DF7-3721-8E9A-44CB13109A0F}"/>
          </ac:spMkLst>
        </pc:spChg>
        <pc:spChg chg="add mod">
          <ac:chgData name="佳家 余" userId="4794e03318d1ced1" providerId="LiveId" clId="{FFAC703A-B6B6-4321-AB0C-A59B7EDF14A6}" dt="2026-06-14T14:41:02.406" v="1397" actId="1076"/>
          <ac:spMkLst>
            <pc:docMk/>
            <pc:sldMk cId="1449955161" sldId="259"/>
            <ac:spMk id="10" creationId="{85180E7A-E024-FBD6-1508-179646FA214A}"/>
          </ac:spMkLst>
        </pc:spChg>
        <pc:spChg chg="add mod">
          <ac:chgData name="佳家 余" userId="4794e03318d1ced1" providerId="LiveId" clId="{FFAC703A-B6B6-4321-AB0C-A59B7EDF14A6}" dt="2026-06-14T14:38:38.634" v="966" actId="20577"/>
          <ac:spMkLst>
            <pc:docMk/>
            <pc:sldMk cId="1449955161" sldId="259"/>
            <ac:spMk id="11" creationId="{76826277-8B6C-4EA1-3FFF-86D8EA1E608E}"/>
          </ac:spMkLst>
        </pc:spChg>
        <pc:spChg chg="add del">
          <ac:chgData name="佳家 余" userId="4794e03318d1ced1" providerId="LiveId" clId="{FFAC703A-B6B6-4321-AB0C-A59B7EDF14A6}" dt="2026-06-14T14:37:55.635" v="839" actId="22"/>
          <ac:spMkLst>
            <pc:docMk/>
            <pc:sldMk cId="1449955161" sldId="259"/>
            <ac:spMk id="13" creationId="{33E6DCD3-F66D-23C5-4480-6739BA51D84A}"/>
          </ac:spMkLst>
        </pc:spChg>
        <pc:spChg chg="add del">
          <ac:chgData name="佳家 余" userId="4794e03318d1ced1" providerId="LiveId" clId="{FFAC703A-B6B6-4321-AB0C-A59B7EDF14A6}" dt="2026-06-14T14:38:42.792" v="970"/>
          <ac:spMkLst>
            <pc:docMk/>
            <pc:sldMk cId="1449955161" sldId="259"/>
            <ac:spMk id="15" creationId="{7B2F44A1-D44E-8030-F4D8-ABD1B61B609A}"/>
          </ac:spMkLst>
        </pc:spChg>
        <pc:spChg chg="add mod">
          <ac:chgData name="佳家 余" userId="4794e03318d1ced1" providerId="LiveId" clId="{FFAC703A-B6B6-4321-AB0C-A59B7EDF14A6}" dt="2026-06-14T14:39:55.948" v="1206" actId="20577"/>
          <ac:spMkLst>
            <pc:docMk/>
            <pc:sldMk cId="1449955161" sldId="259"/>
            <ac:spMk id="16" creationId="{AB12934B-F432-A5BE-C238-EA1393D8703B}"/>
          </ac:spMkLst>
        </pc:spChg>
        <pc:spChg chg="add mod">
          <ac:chgData name="佳家 余" userId="4794e03318d1ced1" providerId="LiveId" clId="{FFAC703A-B6B6-4321-AB0C-A59B7EDF14A6}" dt="2026-06-14T14:40:47.813" v="1396" actId="20577"/>
          <ac:spMkLst>
            <pc:docMk/>
            <pc:sldMk cId="1449955161" sldId="259"/>
            <ac:spMk id="17" creationId="{792A5D66-7C5B-565A-461A-0C442F901240}"/>
          </ac:spMkLst>
        </pc:spChg>
        <pc:spChg chg="add mod">
          <ac:chgData name="佳家 余" userId="4794e03318d1ced1" providerId="LiveId" clId="{FFAC703A-B6B6-4321-AB0C-A59B7EDF14A6}" dt="2026-06-15T03:00:52.493" v="3371" actId="2711"/>
          <ac:spMkLst>
            <pc:docMk/>
            <pc:sldMk cId="1449955161" sldId="259"/>
            <ac:spMk id="18" creationId="{09C0481A-DEFB-5335-DE0C-23C3B2381BE9}"/>
          </ac:spMkLst>
        </pc:spChg>
        <pc:picChg chg="add del">
          <ac:chgData name="佳家 余" userId="4794e03318d1ced1" providerId="LiveId" clId="{FFAC703A-B6B6-4321-AB0C-A59B7EDF14A6}" dt="2026-06-14T14:29:37.496" v="52" actId="22"/>
          <ac:picMkLst>
            <pc:docMk/>
            <pc:sldMk cId="1449955161" sldId="259"/>
            <ac:picMk id="5" creationId="{F48762AF-1F0E-174D-97A5-64F9F017EFFF}"/>
          </ac:picMkLst>
        </pc:picChg>
      </pc:sldChg>
      <pc:sldChg chg="addSp delSp modSp new mod modAnim modNotesTx">
        <pc:chgData name="佳家 余" userId="4794e03318d1ced1" providerId="LiveId" clId="{FFAC703A-B6B6-4321-AB0C-A59B7EDF14A6}" dt="2026-06-15T05:37:22.950" v="4379"/>
        <pc:sldMkLst>
          <pc:docMk/>
          <pc:sldMk cId="4094155103" sldId="260"/>
        </pc:sldMkLst>
        <pc:spChg chg="mod">
          <ac:chgData name="佳家 余" userId="4794e03318d1ced1" providerId="LiveId" clId="{FFAC703A-B6B6-4321-AB0C-A59B7EDF14A6}" dt="2026-06-15T05:01:42.669" v="3699" actId="20577"/>
          <ac:spMkLst>
            <pc:docMk/>
            <pc:sldMk cId="4094155103" sldId="260"/>
            <ac:spMk id="2" creationId="{39DC4F4F-97FF-7A4C-EB2A-44CAF726F090}"/>
          </ac:spMkLst>
        </pc:spChg>
        <pc:spChg chg="del">
          <ac:chgData name="佳家 余" userId="4794e03318d1ced1" providerId="LiveId" clId="{FFAC703A-B6B6-4321-AB0C-A59B7EDF14A6}" dt="2026-06-14T14:44:21.961" v="1544" actId="478"/>
          <ac:spMkLst>
            <pc:docMk/>
            <pc:sldMk cId="4094155103" sldId="260"/>
            <ac:spMk id="3" creationId="{6354F49F-3B8A-7C7F-8C48-613225BAA304}"/>
          </ac:spMkLst>
        </pc:spChg>
        <pc:picChg chg="add del mod">
          <ac:chgData name="佳家 余" userId="4794e03318d1ced1" providerId="LiveId" clId="{FFAC703A-B6B6-4321-AB0C-A59B7EDF14A6}" dt="2026-06-14T14:44:54.551" v="1549" actId="478"/>
          <ac:picMkLst>
            <pc:docMk/>
            <pc:sldMk cId="4094155103" sldId="260"/>
            <ac:picMk id="4" creationId="{7F7F2E36-923C-A545-47CA-40B882D28B4E}"/>
          </ac:picMkLst>
        </pc:picChg>
        <pc:picChg chg="add mod">
          <ac:chgData name="佳家 余" userId="4794e03318d1ced1" providerId="LiveId" clId="{FFAC703A-B6B6-4321-AB0C-A59B7EDF14A6}" dt="2026-06-15T05:27:13.845" v="4108" actId="1076"/>
          <ac:picMkLst>
            <pc:docMk/>
            <pc:sldMk cId="4094155103" sldId="260"/>
            <ac:picMk id="6" creationId="{36A69B1B-774D-F821-333B-95ED6654B89C}"/>
          </ac:picMkLst>
        </pc:picChg>
        <pc:picChg chg="add mod">
          <ac:chgData name="佳家 余" userId="4794e03318d1ced1" providerId="LiveId" clId="{FFAC703A-B6B6-4321-AB0C-A59B7EDF14A6}" dt="2026-06-15T05:27:05.131" v="4105" actId="1076"/>
          <ac:picMkLst>
            <pc:docMk/>
            <pc:sldMk cId="4094155103" sldId="260"/>
            <ac:picMk id="8" creationId="{51778338-76A0-F23A-B1EA-81DEBF598A65}"/>
          </ac:picMkLst>
        </pc:picChg>
        <pc:picChg chg="add mod">
          <ac:chgData name="佳家 余" userId="4794e03318d1ced1" providerId="LiveId" clId="{FFAC703A-B6B6-4321-AB0C-A59B7EDF14A6}" dt="2026-06-15T05:27:08.906" v="4106" actId="1076"/>
          <ac:picMkLst>
            <pc:docMk/>
            <pc:sldMk cId="4094155103" sldId="260"/>
            <ac:picMk id="9" creationId="{658BA29C-D37B-51D3-31EB-57EBFEABB3DC}"/>
          </ac:picMkLst>
        </pc:picChg>
      </pc:sldChg>
      <pc:sldChg chg="addSp delSp modSp new mod ord modAnim modNotesTx">
        <pc:chgData name="佳家 余" userId="4794e03318d1ced1" providerId="LiveId" clId="{FFAC703A-B6B6-4321-AB0C-A59B7EDF14A6}" dt="2026-06-15T05:37:09.999" v="4376"/>
        <pc:sldMkLst>
          <pc:docMk/>
          <pc:sldMk cId="2131280731" sldId="261"/>
        </pc:sldMkLst>
        <pc:spChg chg="mod">
          <ac:chgData name="佳家 余" userId="4794e03318d1ced1" providerId="LiveId" clId="{FFAC703A-B6B6-4321-AB0C-A59B7EDF14A6}" dt="2026-06-14T14:47:25.047" v="1605" actId="2711"/>
          <ac:spMkLst>
            <pc:docMk/>
            <pc:sldMk cId="2131280731" sldId="261"/>
            <ac:spMk id="2" creationId="{CC8392B6-6758-42D5-B780-56A121ABC0A2}"/>
          </ac:spMkLst>
        </pc:spChg>
        <pc:spChg chg="del">
          <ac:chgData name="佳家 余" userId="4794e03318d1ced1" providerId="LiveId" clId="{FFAC703A-B6B6-4321-AB0C-A59B7EDF14A6}" dt="2026-06-14T14:48:27.993" v="1608" actId="478"/>
          <ac:spMkLst>
            <pc:docMk/>
            <pc:sldMk cId="2131280731" sldId="261"/>
            <ac:spMk id="3" creationId="{94826A55-FAB7-56BC-0C43-F79002A51877}"/>
          </ac:spMkLst>
        </pc:spChg>
        <pc:spChg chg="add mod">
          <ac:chgData name="佳家 余" userId="4794e03318d1ced1" providerId="LiveId" clId="{FFAC703A-B6B6-4321-AB0C-A59B7EDF14A6}" dt="2026-06-15T01:43:49.779" v="3002" actId="20577"/>
          <ac:spMkLst>
            <pc:docMk/>
            <pc:sldMk cId="2131280731" sldId="261"/>
            <ac:spMk id="4" creationId="{6483CB6F-B5FA-86F4-2EAA-5197ECBD858E}"/>
          </ac:spMkLst>
        </pc:spChg>
        <pc:spChg chg="add mod">
          <ac:chgData name="佳家 余" userId="4794e03318d1ced1" providerId="LiveId" clId="{FFAC703A-B6B6-4321-AB0C-A59B7EDF14A6}" dt="2026-06-15T01:38:41.894" v="2209" actId="1076"/>
          <ac:spMkLst>
            <pc:docMk/>
            <pc:sldMk cId="2131280731" sldId="261"/>
            <ac:spMk id="5" creationId="{51C5D01A-F79C-1E5E-0354-B188EBEA3545}"/>
          </ac:spMkLst>
        </pc:spChg>
        <pc:spChg chg="add mod">
          <ac:chgData name="佳家 余" userId="4794e03318d1ced1" providerId="LiveId" clId="{FFAC703A-B6B6-4321-AB0C-A59B7EDF14A6}" dt="2026-06-15T01:43:48.116" v="3000" actId="20577"/>
          <ac:spMkLst>
            <pc:docMk/>
            <pc:sldMk cId="2131280731" sldId="261"/>
            <ac:spMk id="6" creationId="{40D83290-0480-0BDE-B6C2-6197913980AB}"/>
          </ac:spMkLst>
        </pc:spChg>
        <pc:spChg chg="add mod">
          <ac:chgData name="佳家 余" userId="4794e03318d1ced1" providerId="LiveId" clId="{FFAC703A-B6B6-4321-AB0C-A59B7EDF14A6}" dt="2026-06-15T01:39:02.816" v="2245" actId="20577"/>
          <ac:spMkLst>
            <pc:docMk/>
            <pc:sldMk cId="2131280731" sldId="261"/>
            <ac:spMk id="7" creationId="{9D4100C2-843F-D403-8AE9-7F0D42A76DC6}"/>
          </ac:spMkLst>
        </pc:spChg>
        <pc:spChg chg="add mod">
          <ac:chgData name="佳家 余" userId="4794e03318d1ced1" providerId="LiveId" clId="{FFAC703A-B6B6-4321-AB0C-A59B7EDF14A6}" dt="2026-06-15T01:43:45.362" v="2999" actId="20577"/>
          <ac:spMkLst>
            <pc:docMk/>
            <pc:sldMk cId="2131280731" sldId="261"/>
            <ac:spMk id="8" creationId="{E13376E9-A60D-B070-0E09-02D426CF0D6D}"/>
          </ac:spMkLst>
        </pc:spChg>
        <pc:spChg chg="add mod">
          <ac:chgData name="佳家 余" userId="4794e03318d1ced1" providerId="LiveId" clId="{FFAC703A-B6B6-4321-AB0C-A59B7EDF14A6}" dt="2026-06-15T01:41:31.511" v="2631" actId="20577"/>
          <ac:spMkLst>
            <pc:docMk/>
            <pc:sldMk cId="2131280731" sldId="261"/>
            <ac:spMk id="9" creationId="{97EF6556-BD7C-7FE1-D149-B74F03B53D57}"/>
          </ac:spMkLst>
        </pc:spChg>
      </pc:sldChg>
      <pc:sldChg chg="addSp delSp modSp new mod modAnim modNotesTx">
        <pc:chgData name="佳家 余" userId="4794e03318d1ced1" providerId="LiveId" clId="{FFAC703A-B6B6-4321-AB0C-A59B7EDF14A6}" dt="2026-06-15T05:37:46.558" v="4381"/>
        <pc:sldMkLst>
          <pc:docMk/>
          <pc:sldMk cId="1687232562" sldId="262"/>
        </pc:sldMkLst>
        <pc:spChg chg="mod">
          <ac:chgData name="佳家 余" userId="4794e03318d1ced1" providerId="LiveId" clId="{FFAC703A-B6B6-4321-AB0C-A59B7EDF14A6}" dt="2026-06-15T01:44:23.782" v="3026" actId="113"/>
          <ac:spMkLst>
            <pc:docMk/>
            <pc:sldMk cId="1687232562" sldId="262"/>
            <ac:spMk id="2" creationId="{B5F4C735-0C6F-0FF5-9414-F1FF9FEB5197}"/>
          </ac:spMkLst>
        </pc:spChg>
        <pc:spChg chg="del">
          <ac:chgData name="佳家 余" userId="4794e03318d1ced1" providerId="LiveId" clId="{FFAC703A-B6B6-4321-AB0C-A59B7EDF14A6}" dt="2026-06-15T01:50:00.844" v="3027" actId="478"/>
          <ac:spMkLst>
            <pc:docMk/>
            <pc:sldMk cId="1687232562" sldId="262"/>
            <ac:spMk id="3" creationId="{1E19CB7F-B3CF-937B-F1B6-398F29B9E01B}"/>
          </ac:spMkLst>
        </pc:spChg>
        <pc:spChg chg="add mod">
          <ac:chgData name="佳家 余" userId="4794e03318d1ced1" providerId="LiveId" clId="{FFAC703A-B6B6-4321-AB0C-A59B7EDF14A6}" dt="2026-06-15T02:36:28.580" v="3119" actId="1076"/>
          <ac:spMkLst>
            <pc:docMk/>
            <pc:sldMk cId="1687232562" sldId="262"/>
            <ac:spMk id="4" creationId="{44DD2216-5ABF-43B6-9E0E-495E5C13036A}"/>
          </ac:spMkLst>
        </pc:spChg>
        <pc:spChg chg="add del mod">
          <ac:chgData name="佳家 余" userId="4794e03318d1ced1" providerId="LiveId" clId="{FFAC703A-B6B6-4321-AB0C-A59B7EDF14A6}" dt="2026-06-15T02:40:31.982" v="3132" actId="478"/>
          <ac:spMkLst>
            <pc:docMk/>
            <pc:sldMk cId="1687232562" sldId="262"/>
            <ac:spMk id="5" creationId="{86D90A5F-3074-68AE-3A3B-EA195324E07B}"/>
          </ac:spMkLst>
        </pc:spChg>
        <pc:spChg chg="add mod">
          <ac:chgData name="佳家 余" userId="4794e03318d1ced1" providerId="LiveId" clId="{FFAC703A-B6B6-4321-AB0C-A59B7EDF14A6}" dt="2026-06-15T02:45:45.862" v="3151" actId="1076"/>
          <ac:spMkLst>
            <pc:docMk/>
            <pc:sldMk cId="1687232562" sldId="262"/>
            <ac:spMk id="7" creationId="{A33F0480-B7BC-50D3-0A21-3D895E2EB95E}"/>
          </ac:spMkLst>
        </pc:spChg>
        <pc:picChg chg="add del mod">
          <ac:chgData name="佳家 余" userId="4794e03318d1ced1" providerId="LiveId" clId="{FFAC703A-B6B6-4321-AB0C-A59B7EDF14A6}" dt="2026-06-15T02:42:02.515" v="3137" actId="478"/>
          <ac:picMkLst>
            <pc:docMk/>
            <pc:sldMk cId="1687232562" sldId="262"/>
            <ac:picMk id="6" creationId="{EF524E12-0C88-CDDD-807A-FEE155EAE1D0}"/>
          </ac:picMkLst>
        </pc:picChg>
        <pc:picChg chg="add del mod">
          <ac:chgData name="佳家 余" userId="4794e03318d1ced1" providerId="LiveId" clId="{FFAC703A-B6B6-4321-AB0C-A59B7EDF14A6}" dt="2026-06-15T02:45:09.261" v="3147" actId="478"/>
          <ac:picMkLst>
            <pc:docMk/>
            <pc:sldMk cId="1687232562" sldId="262"/>
            <ac:picMk id="8" creationId="{442631FA-80A0-3FF9-2286-BBB8A372E55B}"/>
          </ac:picMkLst>
        </pc:picChg>
        <pc:picChg chg="add mod">
          <ac:chgData name="佳家 余" userId="4794e03318d1ced1" providerId="LiveId" clId="{FFAC703A-B6B6-4321-AB0C-A59B7EDF14A6}" dt="2026-06-15T02:44:39.306" v="3143" actId="1076"/>
          <ac:picMkLst>
            <pc:docMk/>
            <pc:sldMk cId="1687232562" sldId="262"/>
            <ac:picMk id="9" creationId="{8F9650E6-28BD-AA6E-A951-E622625A3F48}"/>
          </ac:picMkLst>
        </pc:picChg>
        <pc:picChg chg="add del mod">
          <ac:chgData name="佳家 余" userId="4794e03318d1ced1" providerId="LiveId" clId="{FFAC703A-B6B6-4321-AB0C-A59B7EDF14A6}" dt="2026-06-15T02:45:08.565" v="3146" actId="478"/>
          <ac:picMkLst>
            <pc:docMk/>
            <pc:sldMk cId="1687232562" sldId="262"/>
            <ac:picMk id="10" creationId="{247E2CED-504B-EC4C-B33C-FA71450B4910}"/>
          </ac:picMkLst>
        </pc:picChg>
        <pc:picChg chg="add mod">
          <ac:chgData name="佳家 余" userId="4794e03318d1ced1" providerId="LiveId" clId="{FFAC703A-B6B6-4321-AB0C-A59B7EDF14A6}" dt="2026-06-15T02:45:25.358" v="3149" actId="1076"/>
          <ac:picMkLst>
            <pc:docMk/>
            <pc:sldMk cId="1687232562" sldId="262"/>
            <ac:picMk id="11" creationId="{E69C99C9-6B66-C2A7-2359-246B834497EF}"/>
          </ac:picMkLst>
        </pc:picChg>
      </pc:sldChg>
      <pc:sldChg chg="addSp delSp modSp new mod modAnim modNotesTx">
        <pc:chgData name="佳家 余" userId="4794e03318d1ced1" providerId="LiveId" clId="{FFAC703A-B6B6-4321-AB0C-A59B7EDF14A6}" dt="2026-06-15T05:38:27.333" v="4389"/>
        <pc:sldMkLst>
          <pc:docMk/>
          <pc:sldMk cId="730293334" sldId="263"/>
        </pc:sldMkLst>
        <pc:spChg chg="mod">
          <ac:chgData name="佳家 余" userId="4794e03318d1ced1" providerId="LiveId" clId="{FFAC703A-B6B6-4321-AB0C-A59B7EDF14A6}" dt="2026-06-15T02:49:36.260" v="3188" actId="1076"/>
          <ac:spMkLst>
            <pc:docMk/>
            <pc:sldMk cId="730293334" sldId="263"/>
            <ac:spMk id="2" creationId="{7BB754B5-D841-9E4D-4E58-553946251D93}"/>
          </ac:spMkLst>
        </pc:spChg>
        <pc:spChg chg="del">
          <ac:chgData name="佳家 余" userId="4794e03318d1ced1" providerId="LiveId" clId="{FFAC703A-B6B6-4321-AB0C-A59B7EDF14A6}" dt="2026-06-15T02:48:52.981" v="3175" actId="478"/>
          <ac:spMkLst>
            <pc:docMk/>
            <pc:sldMk cId="730293334" sldId="263"/>
            <ac:spMk id="3" creationId="{7EC79576-D54C-614C-DB2F-62AF5A39BACC}"/>
          </ac:spMkLst>
        </pc:spChg>
        <pc:spChg chg="add del mod">
          <ac:chgData name="佳家 余" userId="4794e03318d1ced1" providerId="LiveId" clId="{FFAC703A-B6B6-4321-AB0C-A59B7EDF14A6}" dt="2026-06-15T05:37:57.012" v="4382" actId="478"/>
          <ac:spMkLst>
            <pc:docMk/>
            <pc:sldMk cId="730293334" sldId="263"/>
            <ac:spMk id="4" creationId="{A3DBD31A-38CF-1E3B-94DF-1ECCD7C4B92C}"/>
          </ac:spMkLst>
        </pc:spChg>
        <pc:spChg chg="add del mod">
          <ac:chgData name="佳家 余" userId="4794e03318d1ced1" providerId="LiveId" clId="{FFAC703A-B6B6-4321-AB0C-A59B7EDF14A6}" dt="2026-06-15T05:16:54.469" v="3819" actId="478"/>
          <ac:spMkLst>
            <pc:docMk/>
            <pc:sldMk cId="730293334" sldId="263"/>
            <ac:spMk id="6" creationId="{A3946726-3ECA-24EE-904C-2FAC6457E157}"/>
          </ac:spMkLst>
        </pc:spChg>
        <pc:spChg chg="add mod">
          <ac:chgData name="佳家 余" userId="4794e03318d1ced1" providerId="LiveId" clId="{FFAC703A-B6B6-4321-AB0C-A59B7EDF14A6}" dt="2026-06-15T02:50:58.639" v="3214" actId="20577"/>
          <ac:spMkLst>
            <pc:docMk/>
            <pc:sldMk cId="730293334" sldId="263"/>
            <ac:spMk id="7" creationId="{A95C6CBA-A3FC-135C-9B07-570523F9F2E9}"/>
          </ac:spMkLst>
        </pc:spChg>
        <pc:spChg chg="add del mod">
          <ac:chgData name="佳家 余" userId="4794e03318d1ced1" providerId="LiveId" clId="{FFAC703A-B6B6-4321-AB0C-A59B7EDF14A6}" dt="2026-06-15T05:16:52.777" v="3818" actId="478"/>
          <ac:spMkLst>
            <pc:docMk/>
            <pc:sldMk cId="730293334" sldId="263"/>
            <ac:spMk id="8" creationId="{A3344EC6-2C4C-3781-44C5-99BA94FCE85A}"/>
          </ac:spMkLst>
        </pc:spChg>
        <pc:spChg chg="add del mod">
          <ac:chgData name="佳家 余" userId="4794e03318d1ced1" providerId="LiveId" clId="{FFAC703A-B6B6-4321-AB0C-A59B7EDF14A6}" dt="2026-06-15T05:16:56.451" v="3820" actId="478"/>
          <ac:spMkLst>
            <pc:docMk/>
            <pc:sldMk cId="730293334" sldId="263"/>
            <ac:spMk id="9" creationId="{F50192D9-D6ED-C7A5-06D3-B3C90456FAB1}"/>
          </ac:spMkLst>
        </pc:spChg>
        <pc:spChg chg="add mod">
          <ac:chgData name="佳家 余" userId="4794e03318d1ced1" providerId="LiveId" clId="{FFAC703A-B6B6-4321-AB0C-A59B7EDF14A6}" dt="2026-06-15T02:53:56.469" v="3241" actId="1076"/>
          <ac:spMkLst>
            <pc:docMk/>
            <pc:sldMk cId="730293334" sldId="263"/>
            <ac:spMk id="10" creationId="{B1AB85FB-B630-B8B0-5ED4-DED2E1A376E7}"/>
          </ac:spMkLst>
        </pc:spChg>
        <pc:spChg chg="add mod">
          <ac:chgData name="佳家 余" userId="4794e03318d1ced1" providerId="LiveId" clId="{FFAC703A-B6B6-4321-AB0C-A59B7EDF14A6}" dt="2026-06-15T02:53:16.387" v="3240" actId="2711"/>
          <ac:spMkLst>
            <pc:docMk/>
            <pc:sldMk cId="730293334" sldId="263"/>
            <ac:spMk id="11" creationId="{B2BC4ECA-9F2D-9BB1-C75C-91834CAD425C}"/>
          </ac:spMkLst>
        </pc:spChg>
        <pc:spChg chg="add del mod">
          <ac:chgData name="佳家 余" userId="4794e03318d1ced1" providerId="LiveId" clId="{FFAC703A-B6B6-4321-AB0C-A59B7EDF14A6}" dt="2026-06-15T05:16:57.603" v="3821" actId="478"/>
          <ac:spMkLst>
            <pc:docMk/>
            <pc:sldMk cId="730293334" sldId="263"/>
            <ac:spMk id="12" creationId="{D243285B-F98D-02AC-68E7-FC7521E27ACC}"/>
          </ac:spMkLst>
        </pc:spChg>
        <pc:spChg chg="add mod">
          <ac:chgData name="佳家 余" userId="4794e03318d1ced1" providerId="LiveId" clId="{FFAC703A-B6B6-4321-AB0C-A59B7EDF14A6}" dt="2026-06-15T02:54:21.730" v="3258" actId="2711"/>
          <ac:spMkLst>
            <pc:docMk/>
            <pc:sldMk cId="730293334" sldId="263"/>
            <ac:spMk id="13" creationId="{9B7D69E8-1946-2F5E-D5B7-64C7145FFDFA}"/>
          </ac:spMkLst>
        </pc:spChg>
        <pc:spChg chg="add mod">
          <ac:chgData name="佳家 余" userId="4794e03318d1ced1" providerId="LiveId" clId="{FFAC703A-B6B6-4321-AB0C-A59B7EDF14A6}" dt="2026-06-15T02:54:56.795" v="3312"/>
          <ac:spMkLst>
            <pc:docMk/>
            <pc:sldMk cId="730293334" sldId="263"/>
            <ac:spMk id="14" creationId="{B8B2A3EB-EF75-850D-4C63-E3C6E82E349D}"/>
          </ac:spMkLst>
        </pc:spChg>
        <pc:spChg chg="add del">
          <ac:chgData name="佳家 余" userId="4794e03318d1ced1" providerId="LiveId" clId="{FFAC703A-B6B6-4321-AB0C-A59B7EDF14A6}" dt="2026-06-15T02:55:02.759" v="3316"/>
          <ac:spMkLst>
            <pc:docMk/>
            <pc:sldMk cId="730293334" sldId="263"/>
            <ac:spMk id="16" creationId="{C1A194CE-B71B-0271-4934-CBB38C74CAE6}"/>
          </ac:spMkLst>
        </pc:spChg>
        <pc:spChg chg="add del mod">
          <ac:chgData name="佳家 余" userId="4794e03318d1ced1" providerId="LiveId" clId="{FFAC703A-B6B6-4321-AB0C-A59B7EDF14A6}" dt="2026-06-15T05:16:58.779" v="3822" actId="478"/>
          <ac:spMkLst>
            <pc:docMk/>
            <pc:sldMk cId="730293334" sldId="263"/>
            <ac:spMk id="17" creationId="{35F0858A-818E-4687-0C45-478F2645B444}"/>
          </ac:spMkLst>
        </pc:spChg>
        <pc:spChg chg="add mod">
          <ac:chgData name="佳家 余" userId="4794e03318d1ced1" providerId="LiveId" clId="{FFAC703A-B6B6-4321-AB0C-A59B7EDF14A6}" dt="2026-06-15T02:55:24.282" v="3338" actId="2711"/>
          <ac:spMkLst>
            <pc:docMk/>
            <pc:sldMk cId="730293334" sldId="263"/>
            <ac:spMk id="18" creationId="{3470C17A-8AFC-AEFA-ABF8-EB75D7BDB807}"/>
          </ac:spMkLst>
        </pc:spChg>
        <pc:spChg chg="add mod">
          <ac:chgData name="佳家 余" userId="4794e03318d1ced1" providerId="LiveId" clId="{FFAC703A-B6B6-4321-AB0C-A59B7EDF14A6}" dt="2026-06-15T02:55:36.968" v="3341" actId="114"/>
          <ac:spMkLst>
            <pc:docMk/>
            <pc:sldMk cId="730293334" sldId="263"/>
            <ac:spMk id="19" creationId="{F723D719-79E9-4498-53C3-FD6C98D57E96}"/>
          </ac:spMkLst>
        </pc:spChg>
        <pc:picChg chg="add mod">
          <ac:chgData name="佳家 余" userId="4794e03318d1ced1" providerId="LiveId" clId="{FFAC703A-B6B6-4321-AB0C-A59B7EDF14A6}" dt="2026-06-15T05:38:07.804" v="4386" actId="1076"/>
          <ac:picMkLst>
            <pc:docMk/>
            <pc:sldMk cId="730293334" sldId="263"/>
            <ac:picMk id="5" creationId="{8036ADF1-0F76-4CDF-15FD-89A8F7F60458}"/>
          </ac:picMkLst>
        </pc:picChg>
      </pc:sldChg>
      <pc:sldChg chg="addSp delSp modSp new mod modAnim modNotesTx">
        <pc:chgData name="佳家 余" userId="4794e03318d1ced1" providerId="LiveId" clId="{FFAC703A-B6B6-4321-AB0C-A59B7EDF14A6}" dt="2026-06-15T05:39:18.446" v="4395"/>
        <pc:sldMkLst>
          <pc:docMk/>
          <pc:sldMk cId="384022533" sldId="264"/>
        </pc:sldMkLst>
        <pc:spChg chg="mod">
          <ac:chgData name="佳家 余" userId="4794e03318d1ced1" providerId="LiveId" clId="{FFAC703A-B6B6-4321-AB0C-A59B7EDF14A6}" dt="2026-06-15T02:59:44.203" v="3369" actId="1076"/>
          <ac:spMkLst>
            <pc:docMk/>
            <pc:sldMk cId="384022533" sldId="264"/>
            <ac:spMk id="2" creationId="{9E4C1CC6-7305-F118-9756-58999E4D23F6}"/>
          </ac:spMkLst>
        </pc:spChg>
        <pc:spChg chg="del">
          <ac:chgData name="佳家 余" userId="4794e03318d1ced1" providerId="LiveId" clId="{FFAC703A-B6B6-4321-AB0C-A59B7EDF14A6}" dt="2026-06-15T02:59:46.285" v="3370" actId="478"/>
          <ac:spMkLst>
            <pc:docMk/>
            <pc:sldMk cId="384022533" sldId="264"/>
            <ac:spMk id="3" creationId="{227E9080-2A7C-3F2A-93EF-B844481937A8}"/>
          </ac:spMkLst>
        </pc:spChg>
        <pc:spChg chg="add del mod">
          <ac:chgData name="佳家 余" userId="4794e03318d1ced1" providerId="LiveId" clId="{FFAC703A-B6B6-4321-AB0C-A59B7EDF14A6}" dt="2026-06-15T03:08:21.004" v="3401" actId="478"/>
          <ac:spMkLst>
            <pc:docMk/>
            <pc:sldMk cId="384022533" sldId="264"/>
            <ac:spMk id="4" creationId="{82710B8B-1A2D-CC02-B230-1F2A6E1A7EA1}"/>
          </ac:spMkLst>
        </pc:spChg>
        <pc:spChg chg="del">
          <ac:chgData name="佳家 余" userId="4794e03318d1ced1" providerId="LiveId" clId="{FFAC703A-B6B6-4321-AB0C-A59B7EDF14A6}" dt="2026-06-15T03:04:31.542" v="3379" actId="478"/>
          <ac:spMkLst>
            <pc:docMk/>
            <pc:sldMk cId="384022533" sldId="264"/>
            <ac:spMk id="8" creationId="{7C680CEC-4F50-098D-17C1-DD945F9C0BD9}"/>
          </ac:spMkLst>
        </pc:spChg>
        <pc:spChg chg="add del mod">
          <ac:chgData name="佳家 余" userId="4794e03318d1ced1" providerId="LiveId" clId="{FFAC703A-B6B6-4321-AB0C-A59B7EDF14A6}" dt="2026-06-15T03:08:21.004" v="3401" actId="478"/>
          <ac:spMkLst>
            <pc:docMk/>
            <pc:sldMk cId="384022533" sldId="264"/>
            <ac:spMk id="9" creationId="{01924964-2B85-4421-664C-6B20D78E4313}"/>
          </ac:spMkLst>
        </pc:spChg>
        <pc:spChg chg="mod">
          <ac:chgData name="佳家 余" userId="4794e03318d1ced1" providerId="LiveId" clId="{FFAC703A-B6B6-4321-AB0C-A59B7EDF14A6}" dt="2026-06-15T03:04:49.142" v="3390" actId="1076"/>
          <ac:spMkLst>
            <pc:docMk/>
            <pc:sldMk cId="384022533" sldId="264"/>
            <ac:spMk id="10" creationId="{DAF1F6E3-EBDB-D4DF-2361-5CCCE3751AD7}"/>
          </ac:spMkLst>
        </pc:spChg>
        <pc:spChg chg="del mod">
          <ac:chgData name="佳家 余" userId="4794e03318d1ced1" providerId="LiveId" clId="{FFAC703A-B6B6-4321-AB0C-A59B7EDF14A6}" dt="2026-06-15T03:08:21.004" v="3401" actId="478"/>
          <ac:spMkLst>
            <pc:docMk/>
            <pc:sldMk cId="384022533" sldId="264"/>
            <ac:spMk id="11" creationId="{84DE6D51-DD1D-1F91-B4B6-6AEADCDF310A}"/>
          </ac:spMkLst>
        </pc:spChg>
        <pc:spChg chg="add del mod">
          <ac:chgData name="佳家 余" userId="4794e03318d1ced1" providerId="LiveId" clId="{FFAC703A-B6B6-4321-AB0C-A59B7EDF14A6}" dt="2026-06-15T03:08:21.004" v="3401" actId="478"/>
          <ac:spMkLst>
            <pc:docMk/>
            <pc:sldMk cId="384022533" sldId="264"/>
            <ac:spMk id="12" creationId="{AC633A94-5548-D44D-0776-587156AA64D7}"/>
          </ac:spMkLst>
        </pc:spChg>
        <pc:spChg chg="del">
          <ac:chgData name="佳家 余" userId="4794e03318d1ced1" providerId="LiveId" clId="{FFAC703A-B6B6-4321-AB0C-A59B7EDF14A6}" dt="2026-06-15T03:04:29.680" v="3378" actId="478"/>
          <ac:spMkLst>
            <pc:docMk/>
            <pc:sldMk cId="384022533" sldId="264"/>
            <ac:spMk id="13" creationId="{F7C65197-D233-7646-18DC-318C4B89DACA}"/>
          </ac:spMkLst>
        </pc:spChg>
        <pc:spChg chg="del">
          <ac:chgData name="佳家 余" userId="4794e03318d1ced1" providerId="LiveId" clId="{FFAC703A-B6B6-4321-AB0C-A59B7EDF14A6}" dt="2026-06-15T03:08:21.004" v="3401" actId="478"/>
          <ac:spMkLst>
            <pc:docMk/>
            <pc:sldMk cId="384022533" sldId="264"/>
            <ac:spMk id="14" creationId="{B4D10882-942A-E5BF-BDCB-6F3D30F398A6}"/>
          </ac:spMkLst>
        </pc:spChg>
        <pc:spChg chg="del mod">
          <ac:chgData name="佳家 余" userId="4794e03318d1ced1" providerId="LiveId" clId="{FFAC703A-B6B6-4321-AB0C-A59B7EDF14A6}" dt="2026-06-15T03:08:21.004" v="3401" actId="478"/>
          <ac:spMkLst>
            <pc:docMk/>
            <pc:sldMk cId="384022533" sldId="264"/>
            <ac:spMk id="15" creationId="{9FA3D7D0-D616-CA18-0034-2D9FB317FE34}"/>
          </ac:spMkLst>
        </pc:spChg>
        <pc:spChg chg="add mod">
          <ac:chgData name="佳家 余" userId="4794e03318d1ced1" providerId="LiveId" clId="{FFAC703A-B6B6-4321-AB0C-A59B7EDF14A6}" dt="2026-06-15T03:04:54.816" v="3391" actId="403"/>
          <ac:spMkLst>
            <pc:docMk/>
            <pc:sldMk cId="384022533" sldId="264"/>
            <ac:spMk id="16" creationId="{027DDFEB-F1C7-1D09-ECBA-CC4A281DD3A2}"/>
          </ac:spMkLst>
        </pc:spChg>
        <pc:spChg chg="add del mod">
          <ac:chgData name="佳家 余" userId="4794e03318d1ced1" providerId="LiveId" clId="{FFAC703A-B6B6-4321-AB0C-A59B7EDF14A6}" dt="2026-06-15T03:04:33.039" v="3380" actId="478"/>
          <ac:spMkLst>
            <pc:docMk/>
            <pc:sldMk cId="384022533" sldId="264"/>
            <ac:spMk id="18" creationId="{49D20789-BAE1-8182-DC9B-895E17170EF7}"/>
          </ac:spMkLst>
        </pc:spChg>
        <pc:spChg chg="add del mod">
          <ac:chgData name="佳家 余" userId="4794e03318d1ced1" providerId="LiveId" clId="{FFAC703A-B6B6-4321-AB0C-A59B7EDF14A6}" dt="2026-06-15T03:08:21.004" v="3401" actId="478"/>
          <ac:spMkLst>
            <pc:docMk/>
            <pc:sldMk cId="384022533" sldId="264"/>
            <ac:spMk id="19" creationId="{AB7B5BAB-84F4-1565-0783-C2EEA4B6CD97}"/>
          </ac:spMkLst>
        </pc:spChg>
        <pc:spChg chg="add del mod">
          <ac:chgData name="佳家 余" userId="4794e03318d1ced1" providerId="LiveId" clId="{FFAC703A-B6B6-4321-AB0C-A59B7EDF14A6}" dt="2026-06-15T03:08:21.004" v="3401" actId="478"/>
          <ac:spMkLst>
            <pc:docMk/>
            <pc:sldMk cId="384022533" sldId="264"/>
            <ac:spMk id="20" creationId="{080619C3-F577-9B4A-DC14-84F360BEFD52}"/>
          </ac:spMkLst>
        </pc:spChg>
        <pc:spChg chg="add mod">
          <ac:chgData name="佳家 余" userId="4794e03318d1ced1" providerId="LiveId" clId="{FFAC703A-B6B6-4321-AB0C-A59B7EDF14A6}" dt="2026-06-15T03:05:13.125" v="3394" actId="1076"/>
          <ac:spMkLst>
            <pc:docMk/>
            <pc:sldMk cId="384022533" sldId="264"/>
            <ac:spMk id="21" creationId="{631FCD91-7B9A-5837-B58B-611437D9F080}"/>
          </ac:spMkLst>
        </pc:spChg>
        <pc:spChg chg="mod">
          <ac:chgData name="佳家 余" userId="4794e03318d1ced1" providerId="LiveId" clId="{FFAC703A-B6B6-4321-AB0C-A59B7EDF14A6}" dt="2026-06-15T03:05:25.799" v="3399" actId="1076"/>
          <ac:spMkLst>
            <pc:docMk/>
            <pc:sldMk cId="384022533" sldId="264"/>
            <ac:spMk id="22" creationId="{45D7D6AE-441F-C0DB-9FBB-838114A81946}"/>
          </ac:spMkLst>
        </pc:spChg>
        <pc:spChg chg="del">
          <ac:chgData name="佳家 余" userId="4794e03318d1ced1" providerId="LiveId" clId="{FFAC703A-B6B6-4321-AB0C-A59B7EDF14A6}" dt="2026-06-15T03:04:34.438" v="3381" actId="478"/>
          <ac:spMkLst>
            <pc:docMk/>
            <pc:sldMk cId="384022533" sldId="264"/>
            <ac:spMk id="23" creationId="{1BA8C8E4-71A1-E46E-9160-EE121EBB3099}"/>
          </ac:spMkLst>
        </pc:spChg>
        <pc:spChg chg="add del mod">
          <ac:chgData name="佳家 余" userId="4794e03318d1ced1" providerId="LiveId" clId="{FFAC703A-B6B6-4321-AB0C-A59B7EDF14A6}" dt="2026-06-15T03:08:21.004" v="3401" actId="478"/>
          <ac:spMkLst>
            <pc:docMk/>
            <pc:sldMk cId="384022533" sldId="264"/>
            <ac:spMk id="25" creationId="{BA0BC18E-5077-B0CB-042F-08038002D9FA}"/>
          </ac:spMkLst>
        </pc:spChg>
        <pc:spChg chg="add del mod">
          <ac:chgData name="佳家 余" userId="4794e03318d1ced1" providerId="LiveId" clId="{FFAC703A-B6B6-4321-AB0C-A59B7EDF14A6}" dt="2026-06-15T03:08:21.004" v="3401" actId="478"/>
          <ac:spMkLst>
            <pc:docMk/>
            <pc:sldMk cId="384022533" sldId="264"/>
            <ac:spMk id="26" creationId="{AE1B42AD-EF7D-0864-AA98-62B32BEF8425}"/>
          </ac:spMkLst>
        </pc:spChg>
        <pc:spChg chg="add del mod">
          <ac:chgData name="佳家 余" userId="4794e03318d1ced1" providerId="LiveId" clId="{FFAC703A-B6B6-4321-AB0C-A59B7EDF14A6}" dt="2026-06-15T05:16:37.062" v="3811" actId="478"/>
          <ac:spMkLst>
            <pc:docMk/>
            <pc:sldMk cId="384022533" sldId="264"/>
            <ac:spMk id="27" creationId="{ED11D131-5758-34F6-A69F-47CE78E7B0B1}"/>
          </ac:spMkLst>
        </pc:spChg>
        <pc:spChg chg="add mod">
          <ac:chgData name="佳家 余" userId="4794e03318d1ced1" providerId="LiveId" clId="{FFAC703A-B6B6-4321-AB0C-A59B7EDF14A6}" dt="2026-06-15T03:08:24.351" v="3403" actId="1076"/>
          <ac:spMkLst>
            <pc:docMk/>
            <pc:sldMk cId="384022533" sldId="264"/>
            <ac:spMk id="29" creationId="{0524898B-7DFE-DDE4-40D2-BB46145C5884}"/>
          </ac:spMkLst>
        </pc:spChg>
        <pc:spChg chg="mod">
          <ac:chgData name="佳家 余" userId="4794e03318d1ced1" providerId="LiveId" clId="{FFAC703A-B6B6-4321-AB0C-A59B7EDF14A6}" dt="2026-06-15T03:09:57.974" v="3425" actId="1076"/>
          <ac:spMkLst>
            <pc:docMk/>
            <pc:sldMk cId="384022533" sldId="264"/>
            <ac:spMk id="30" creationId="{BD871489-7D3E-3E90-0B8B-2673222DAA32}"/>
          </ac:spMkLst>
        </pc:spChg>
        <pc:spChg chg="add mod">
          <ac:chgData name="佳家 余" userId="4794e03318d1ced1" providerId="LiveId" clId="{FFAC703A-B6B6-4321-AB0C-A59B7EDF14A6}" dt="2026-06-15T03:09:57.974" v="3425" actId="1076"/>
          <ac:spMkLst>
            <pc:docMk/>
            <pc:sldMk cId="384022533" sldId="264"/>
            <ac:spMk id="38" creationId="{F1B6D3DC-FE7E-3197-5972-AC03C0B8259C}"/>
          </ac:spMkLst>
        </pc:spChg>
        <pc:spChg chg="add mod">
          <ac:chgData name="佳家 余" userId="4794e03318d1ced1" providerId="LiveId" clId="{FFAC703A-B6B6-4321-AB0C-A59B7EDF14A6}" dt="2026-06-15T03:08:24.351" v="3403" actId="1076"/>
          <ac:spMkLst>
            <pc:docMk/>
            <pc:sldMk cId="384022533" sldId="264"/>
            <ac:spMk id="40" creationId="{F523D79C-34FE-832C-ED8F-FE8EF59E2DC2}"/>
          </ac:spMkLst>
        </pc:spChg>
        <pc:spChg chg="add mod">
          <ac:chgData name="佳家 余" userId="4794e03318d1ced1" providerId="LiveId" clId="{FFAC703A-B6B6-4321-AB0C-A59B7EDF14A6}" dt="2026-06-15T03:08:24.351" v="3403" actId="1076"/>
          <ac:spMkLst>
            <pc:docMk/>
            <pc:sldMk cId="384022533" sldId="264"/>
            <ac:spMk id="43" creationId="{F1222F2B-48F2-5937-255B-B817FE35F569}"/>
          </ac:spMkLst>
        </pc:spChg>
        <pc:spChg chg="add mod">
          <ac:chgData name="佳家 余" userId="4794e03318d1ced1" providerId="LiveId" clId="{FFAC703A-B6B6-4321-AB0C-A59B7EDF14A6}" dt="2026-06-15T03:08:24.351" v="3403" actId="1076"/>
          <ac:spMkLst>
            <pc:docMk/>
            <pc:sldMk cId="384022533" sldId="264"/>
            <ac:spMk id="44" creationId="{DD7A3AE3-A525-2C10-BCB6-895F3F554A28}"/>
          </ac:spMkLst>
        </pc:spChg>
        <pc:spChg chg="add mod">
          <ac:chgData name="佳家 余" userId="4794e03318d1ced1" providerId="LiveId" clId="{FFAC703A-B6B6-4321-AB0C-A59B7EDF14A6}" dt="2026-06-15T03:08:24.351" v="3403" actId="1076"/>
          <ac:spMkLst>
            <pc:docMk/>
            <pc:sldMk cId="384022533" sldId="264"/>
            <ac:spMk id="45" creationId="{6A2B5FCC-2411-D879-C635-4A246C86FE75}"/>
          </ac:spMkLst>
        </pc:spChg>
        <pc:spChg chg="add mod">
          <ac:chgData name="佳家 余" userId="4794e03318d1ced1" providerId="LiveId" clId="{FFAC703A-B6B6-4321-AB0C-A59B7EDF14A6}" dt="2026-06-15T03:08:24.351" v="3403" actId="1076"/>
          <ac:spMkLst>
            <pc:docMk/>
            <pc:sldMk cId="384022533" sldId="264"/>
            <ac:spMk id="46" creationId="{F27819C5-9E4B-CF41-1E3C-1EBD9897A02A}"/>
          </ac:spMkLst>
        </pc:spChg>
        <pc:spChg chg="mod">
          <ac:chgData name="佳家 余" userId="4794e03318d1ced1" providerId="LiveId" clId="{FFAC703A-B6B6-4321-AB0C-A59B7EDF14A6}" dt="2026-06-15T03:09:57.974" v="3425" actId="1076"/>
          <ac:spMkLst>
            <pc:docMk/>
            <pc:sldMk cId="384022533" sldId="264"/>
            <ac:spMk id="47" creationId="{78F94472-83D3-B0DA-E2A4-A48C8C0F1D1A}"/>
          </ac:spMkLst>
        </pc:spChg>
        <pc:spChg chg="add mod">
          <ac:chgData name="佳家 余" userId="4794e03318d1ced1" providerId="LiveId" clId="{FFAC703A-B6B6-4321-AB0C-A59B7EDF14A6}" dt="2026-06-15T03:09:57.974" v="3425" actId="1076"/>
          <ac:spMkLst>
            <pc:docMk/>
            <pc:sldMk cId="384022533" sldId="264"/>
            <ac:spMk id="48" creationId="{3162A3C1-9F34-4574-F99B-B4ECF279098D}"/>
          </ac:spMkLst>
        </pc:spChg>
        <pc:spChg chg="add mod">
          <ac:chgData name="佳家 余" userId="4794e03318d1ced1" providerId="LiveId" clId="{FFAC703A-B6B6-4321-AB0C-A59B7EDF14A6}" dt="2026-06-15T03:08:24.351" v="3403" actId="1076"/>
          <ac:spMkLst>
            <pc:docMk/>
            <pc:sldMk cId="384022533" sldId="264"/>
            <ac:spMk id="49" creationId="{C0491F18-20EB-32D3-114E-8DEBD63F6938}"/>
          </ac:spMkLst>
        </pc:spChg>
        <pc:spChg chg="del">
          <ac:chgData name="佳家 余" userId="4794e03318d1ced1" providerId="LiveId" clId="{FFAC703A-B6B6-4321-AB0C-A59B7EDF14A6}" dt="2026-06-15T05:16:38.708" v="3812" actId="478"/>
          <ac:spMkLst>
            <pc:docMk/>
            <pc:sldMk cId="384022533" sldId="264"/>
            <ac:spMk id="50" creationId="{9B3BD070-6F32-AD49-ED9C-C4448CEF4DDC}"/>
          </ac:spMkLst>
        </pc:spChg>
        <pc:spChg chg="add mod">
          <ac:chgData name="佳家 余" userId="4794e03318d1ced1" providerId="LiveId" clId="{FFAC703A-B6B6-4321-AB0C-A59B7EDF14A6}" dt="2026-06-15T03:09:03.229" v="3417" actId="1076"/>
          <ac:spMkLst>
            <pc:docMk/>
            <pc:sldMk cId="384022533" sldId="264"/>
            <ac:spMk id="51" creationId="{066AB179-1C90-46E1-D87B-597A66C6842C}"/>
          </ac:spMkLst>
        </pc:spChg>
        <pc:spChg chg="add mod">
          <ac:chgData name="佳家 余" userId="4794e03318d1ced1" providerId="LiveId" clId="{FFAC703A-B6B6-4321-AB0C-A59B7EDF14A6}" dt="2026-06-15T03:09:03.229" v="3417" actId="1076"/>
          <ac:spMkLst>
            <pc:docMk/>
            <pc:sldMk cId="384022533" sldId="264"/>
            <ac:spMk id="53" creationId="{8800F391-D7F4-B3CC-42DD-7B9795A28BFB}"/>
          </ac:spMkLst>
        </pc:spChg>
        <pc:spChg chg="add mod">
          <ac:chgData name="佳家 余" userId="4794e03318d1ced1" providerId="LiveId" clId="{FFAC703A-B6B6-4321-AB0C-A59B7EDF14A6}" dt="2026-06-15T03:13:10.597" v="3519" actId="1076"/>
          <ac:spMkLst>
            <pc:docMk/>
            <pc:sldMk cId="384022533" sldId="264"/>
            <ac:spMk id="54" creationId="{EE39D7CB-0BF7-6007-77BB-14C8D70502DD}"/>
          </ac:spMkLst>
        </pc:spChg>
        <pc:spChg chg="add mod">
          <ac:chgData name="佳家 余" userId="4794e03318d1ced1" providerId="LiveId" clId="{FFAC703A-B6B6-4321-AB0C-A59B7EDF14A6}" dt="2026-06-15T03:09:03.229" v="3417" actId="1076"/>
          <ac:spMkLst>
            <pc:docMk/>
            <pc:sldMk cId="384022533" sldId="264"/>
            <ac:spMk id="55" creationId="{2DA97369-26F7-213A-10FC-C51EFA3B6179}"/>
          </ac:spMkLst>
        </pc:spChg>
        <pc:spChg chg="add mod">
          <ac:chgData name="佳家 余" userId="4794e03318d1ced1" providerId="LiveId" clId="{FFAC703A-B6B6-4321-AB0C-A59B7EDF14A6}" dt="2026-06-15T03:13:21.853" v="3528" actId="1076"/>
          <ac:spMkLst>
            <pc:docMk/>
            <pc:sldMk cId="384022533" sldId="264"/>
            <ac:spMk id="57" creationId="{4D4B7AE1-D177-C2E1-EEC2-7F198E3A5E54}"/>
          </ac:spMkLst>
        </pc:spChg>
        <pc:spChg chg="add mod">
          <ac:chgData name="佳家 余" userId="4794e03318d1ced1" providerId="LiveId" clId="{FFAC703A-B6B6-4321-AB0C-A59B7EDF14A6}" dt="2026-06-15T03:13:32.877" v="3536" actId="1076"/>
          <ac:spMkLst>
            <pc:docMk/>
            <pc:sldMk cId="384022533" sldId="264"/>
            <ac:spMk id="60" creationId="{5E690813-19D4-0421-9BA5-65D4B8BFE02C}"/>
          </ac:spMkLst>
        </pc:spChg>
        <pc:spChg chg="add mod">
          <ac:chgData name="佳家 余" userId="4794e03318d1ced1" providerId="LiveId" clId="{FFAC703A-B6B6-4321-AB0C-A59B7EDF14A6}" dt="2026-06-15T03:09:03.229" v="3417" actId="1076"/>
          <ac:spMkLst>
            <pc:docMk/>
            <pc:sldMk cId="384022533" sldId="264"/>
            <ac:spMk id="61" creationId="{F1652837-1601-21DB-65EB-8EDF34423A74}"/>
          </ac:spMkLst>
        </pc:spChg>
        <pc:spChg chg="add mod">
          <ac:chgData name="佳家 余" userId="4794e03318d1ced1" providerId="LiveId" clId="{FFAC703A-B6B6-4321-AB0C-A59B7EDF14A6}" dt="2026-06-15T03:09:03.229" v="3417" actId="1076"/>
          <ac:spMkLst>
            <pc:docMk/>
            <pc:sldMk cId="384022533" sldId="264"/>
            <ac:spMk id="62" creationId="{AE97F44D-336A-1F7C-6BEA-4CB2AE3885E0}"/>
          </ac:spMkLst>
        </pc:spChg>
        <pc:spChg chg="mod">
          <ac:chgData name="佳家 余" userId="4794e03318d1ced1" providerId="LiveId" clId="{FFAC703A-B6B6-4321-AB0C-A59B7EDF14A6}" dt="2026-06-15T03:13:47.334" v="3544" actId="1076"/>
          <ac:spMkLst>
            <pc:docMk/>
            <pc:sldMk cId="384022533" sldId="264"/>
            <ac:spMk id="63" creationId="{0A8C59E6-042B-D4B8-4EF1-B1422CEE4E55}"/>
          </ac:spMkLst>
        </pc:spChg>
        <pc:spChg chg="mod">
          <ac:chgData name="佳家 余" userId="4794e03318d1ced1" providerId="LiveId" clId="{FFAC703A-B6B6-4321-AB0C-A59B7EDF14A6}" dt="2026-06-15T03:13:56.057" v="3551" actId="1076"/>
          <ac:spMkLst>
            <pc:docMk/>
            <pc:sldMk cId="384022533" sldId="264"/>
            <ac:spMk id="65" creationId="{CC564BA3-697D-BC03-5F05-2D35FDF7AC18}"/>
          </ac:spMkLst>
        </pc:spChg>
        <pc:spChg chg="mod">
          <ac:chgData name="佳家 余" userId="4794e03318d1ced1" providerId="LiveId" clId="{FFAC703A-B6B6-4321-AB0C-A59B7EDF14A6}" dt="2026-06-15T03:13:59.924" v="3552" actId="1076"/>
          <ac:spMkLst>
            <pc:docMk/>
            <pc:sldMk cId="384022533" sldId="264"/>
            <ac:spMk id="66" creationId="{F8E769EB-CFF7-DD58-7D85-F9721A982B81}"/>
          </ac:spMkLst>
        </pc:spChg>
        <pc:spChg chg="mod">
          <ac:chgData name="佳家 余" userId="4794e03318d1ced1" providerId="LiveId" clId="{FFAC703A-B6B6-4321-AB0C-A59B7EDF14A6}" dt="2026-06-15T03:14:10.172" v="3558" actId="1076"/>
          <ac:spMkLst>
            <pc:docMk/>
            <pc:sldMk cId="384022533" sldId="264"/>
            <ac:spMk id="69" creationId="{38E3C1B3-9BC4-3FBF-9BE9-67A6E28A8DA7}"/>
          </ac:spMkLst>
        </pc:spChg>
        <pc:spChg chg="mod">
          <ac:chgData name="佳家 余" userId="4794e03318d1ced1" providerId="LiveId" clId="{FFAC703A-B6B6-4321-AB0C-A59B7EDF14A6}" dt="2026-06-15T03:09:57.974" v="3425" actId="1076"/>
          <ac:spMkLst>
            <pc:docMk/>
            <pc:sldMk cId="384022533" sldId="264"/>
            <ac:spMk id="70" creationId="{96537F3C-EA5C-3A72-11F8-E0EF219A5B72}"/>
          </ac:spMkLst>
        </pc:spChg>
        <pc:spChg chg="add mod">
          <ac:chgData name="佳家 余" userId="4794e03318d1ced1" providerId="LiveId" clId="{FFAC703A-B6B6-4321-AB0C-A59B7EDF14A6}" dt="2026-06-15T03:09:03.229" v="3417" actId="1076"/>
          <ac:spMkLst>
            <pc:docMk/>
            <pc:sldMk cId="384022533" sldId="264"/>
            <ac:spMk id="71" creationId="{E205697E-7125-2529-1BF3-4464971966B3}"/>
          </ac:spMkLst>
        </pc:spChg>
        <pc:spChg chg="add mod">
          <ac:chgData name="佳家 余" userId="4794e03318d1ced1" providerId="LiveId" clId="{FFAC703A-B6B6-4321-AB0C-A59B7EDF14A6}" dt="2026-06-15T03:09:03.229" v="3417" actId="1076"/>
          <ac:spMkLst>
            <pc:docMk/>
            <pc:sldMk cId="384022533" sldId="264"/>
            <ac:spMk id="72" creationId="{E90F75F0-294D-9837-D0BD-14937BC56F0B}"/>
          </ac:spMkLst>
        </pc:spChg>
        <pc:spChg chg="add del mod">
          <ac:chgData name="佳家 余" userId="4794e03318d1ced1" providerId="LiveId" clId="{FFAC703A-B6B6-4321-AB0C-A59B7EDF14A6}" dt="2026-06-15T05:16:40.324" v="3813" actId="478"/>
          <ac:spMkLst>
            <pc:docMk/>
            <pc:sldMk cId="384022533" sldId="264"/>
            <ac:spMk id="73" creationId="{F4BBEB3F-8C70-E19C-0B72-506C9CF393FA}"/>
          </ac:spMkLst>
        </pc:spChg>
        <pc:spChg chg="mod">
          <ac:chgData name="佳家 余" userId="4794e03318d1ced1" providerId="LiveId" clId="{FFAC703A-B6B6-4321-AB0C-A59B7EDF14A6}" dt="2026-06-15T03:09:57.974" v="3425" actId="1076"/>
          <ac:spMkLst>
            <pc:docMk/>
            <pc:sldMk cId="384022533" sldId="264"/>
            <ac:spMk id="77" creationId="{036EF1A2-1C05-CD69-E984-D56E1C74FE8D}"/>
          </ac:spMkLst>
        </pc:spChg>
        <pc:spChg chg="add mod">
          <ac:chgData name="佳家 余" userId="4794e03318d1ced1" providerId="LiveId" clId="{FFAC703A-B6B6-4321-AB0C-A59B7EDF14A6}" dt="2026-06-15T03:09:17.374" v="3418" actId="1076"/>
          <ac:spMkLst>
            <pc:docMk/>
            <pc:sldMk cId="384022533" sldId="264"/>
            <ac:spMk id="78" creationId="{12C97157-5B52-A217-102A-07AC63CE0B09}"/>
          </ac:spMkLst>
        </pc:spChg>
        <pc:spChg chg="add mod">
          <ac:chgData name="佳家 余" userId="4794e03318d1ced1" providerId="LiveId" clId="{FFAC703A-B6B6-4321-AB0C-A59B7EDF14A6}" dt="2026-06-15T03:09:57.974" v="3425" actId="1076"/>
          <ac:spMkLst>
            <pc:docMk/>
            <pc:sldMk cId="384022533" sldId="264"/>
            <ac:spMk id="79" creationId="{6C01FCDD-CD4B-96AB-A6CD-6027D0473648}"/>
          </ac:spMkLst>
        </pc:spChg>
        <pc:spChg chg="add mod">
          <ac:chgData name="佳家 余" userId="4794e03318d1ced1" providerId="LiveId" clId="{FFAC703A-B6B6-4321-AB0C-A59B7EDF14A6}" dt="2026-06-15T03:09:17.374" v="3418" actId="1076"/>
          <ac:spMkLst>
            <pc:docMk/>
            <pc:sldMk cId="384022533" sldId="264"/>
            <ac:spMk id="80" creationId="{EB9B9AEF-A393-F765-D9C2-EF7467DFBA91}"/>
          </ac:spMkLst>
        </pc:spChg>
        <pc:spChg chg="add mod">
          <ac:chgData name="佳家 余" userId="4794e03318d1ced1" providerId="LiveId" clId="{FFAC703A-B6B6-4321-AB0C-A59B7EDF14A6}" dt="2026-06-15T03:09:57.974" v="3425" actId="1076"/>
          <ac:spMkLst>
            <pc:docMk/>
            <pc:sldMk cId="384022533" sldId="264"/>
            <ac:spMk id="81" creationId="{288FBBDE-6E50-D198-1409-D2609A3E924A}"/>
          </ac:spMkLst>
        </pc:spChg>
        <pc:spChg chg="add mod">
          <ac:chgData name="佳家 余" userId="4794e03318d1ced1" providerId="LiveId" clId="{FFAC703A-B6B6-4321-AB0C-A59B7EDF14A6}" dt="2026-06-15T03:09:48.235" v="3424" actId="1076"/>
          <ac:spMkLst>
            <pc:docMk/>
            <pc:sldMk cId="384022533" sldId="264"/>
            <ac:spMk id="82" creationId="{00631333-AD2F-0AAF-C73F-5B1F0635DFB3}"/>
          </ac:spMkLst>
        </pc:spChg>
        <pc:spChg chg="mod">
          <ac:chgData name="佳家 余" userId="4794e03318d1ced1" providerId="LiveId" clId="{FFAC703A-B6B6-4321-AB0C-A59B7EDF14A6}" dt="2026-06-15T03:08:52.245" v="3414" actId="27636"/>
          <ac:spMkLst>
            <pc:docMk/>
            <pc:sldMk cId="384022533" sldId="264"/>
            <ac:spMk id="83" creationId="{DB33A2DA-19BF-8BA2-C2CA-9129D587D288}"/>
          </ac:spMkLst>
        </pc:spChg>
        <pc:spChg chg="add mod">
          <ac:chgData name="佳家 余" userId="4794e03318d1ced1" providerId="LiveId" clId="{FFAC703A-B6B6-4321-AB0C-A59B7EDF14A6}" dt="2026-06-15T03:09:17.374" v="3418" actId="1076"/>
          <ac:spMkLst>
            <pc:docMk/>
            <pc:sldMk cId="384022533" sldId="264"/>
            <ac:spMk id="84" creationId="{B241DE49-CDE9-7F62-4564-94127BF611D7}"/>
          </ac:spMkLst>
        </pc:spChg>
        <pc:spChg chg="add mod">
          <ac:chgData name="佳家 余" userId="4794e03318d1ced1" providerId="LiveId" clId="{FFAC703A-B6B6-4321-AB0C-A59B7EDF14A6}" dt="2026-06-15T03:09:17.374" v="3418" actId="1076"/>
          <ac:spMkLst>
            <pc:docMk/>
            <pc:sldMk cId="384022533" sldId="264"/>
            <ac:spMk id="86" creationId="{686CA0AA-4265-60BD-AFAD-163C91C37A12}"/>
          </ac:spMkLst>
        </pc:spChg>
        <pc:spChg chg="add mod">
          <ac:chgData name="佳家 余" userId="4794e03318d1ced1" providerId="LiveId" clId="{FFAC703A-B6B6-4321-AB0C-A59B7EDF14A6}" dt="2026-06-15T03:09:39.213" v="3421" actId="1076"/>
          <ac:spMkLst>
            <pc:docMk/>
            <pc:sldMk cId="384022533" sldId="264"/>
            <ac:spMk id="87" creationId="{719ED37F-2EDB-904A-15FA-21D81B410CE5}"/>
          </ac:spMkLst>
        </pc:spChg>
        <pc:spChg chg="mod">
          <ac:chgData name="佳家 余" userId="4794e03318d1ced1" providerId="LiveId" clId="{FFAC703A-B6B6-4321-AB0C-A59B7EDF14A6}" dt="2026-06-15T03:08:52.249" v="3415" actId="27636"/>
          <ac:spMkLst>
            <pc:docMk/>
            <pc:sldMk cId="384022533" sldId="264"/>
            <ac:spMk id="88" creationId="{3E443900-9777-AD22-EE55-1EB661149456}"/>
          </ac:spMkLst>
        </pc:spChg>
        <pc:spChg chg="add mod">
          <ac:chgData name="佳家 余" userId="4794e03318d1ced1" providerId="LiveId" clId="{FFAC703A-B6B6-4321-AB0C-A59B7EDF14A6}" dt="2026-06-15T03:09:17.374" v="3418" actId="1076"/>
          <ac:spMkLst>
            <pc:docMk/>
            <pc:sldMk cId="384022533" sldId="264"/>
            <ac:spMk id="89" creationId="{92C581A6-6665-0A2B-B554-201FACC2CD13}"/>
          </ac:spMkLst>
        </pc:spChg>
        <pc:spChg chg="add mod">
          <ac:chgData name="佳家 余" userId="4794e03318d1ced1" providerId="LiveId" clId="{FFAC703A-B6B6-4321-AB0C-A59B7EDF14A6}" dt="2026-06-15T05:13:52.624" v="3804" actId="1076"/>
          <ac:spMkLst>
            <pc:docMk/>
            <pc:sldMk cId="384022533" sldId="264"/>
            <ac:spMk id="94" creationId="{A2A6C1C1-495B-E507-4B58-32147DA06B51}"/>
          </ac:spMkLst>
        </pc:spChg>
        <pc:spChg chg="add mod">
          <ac:chgData name="佳家 余" userId="4794e03318d1ced1" providerId="LiveId" clId="{FFAC703A-B6B6-4321-AB0C-A59B7EDF14A6}" dt="2026-06-15T05:13:52.624" v="3804" actId="1076"/>
          <ac:spMkLst>
            <pc:docMk/>
            <pc:sldMk cId="384022533" sldId="264"/>
            <ac:spMk id="95" creationId="{61330A78-3711-2E8F-F60B-42B30E4E3E20}"/>
          </ac:spMkLst>
        </pc:spChg>
        <pc:spChg chg="mod">
          <ac:chgData name="佳家 余" userId="4794e03318d1ced1" providerId="LiveId" clId="{FFAC703A-B6B6-4321-AB0C-A59B7EDF14A6}" dt="2026-06-15T03:12:28.384" v="3496" actId="403"/>
          <ac:spMkLst>
            <pc:docMk/>
            <pc:sldMk cId="384022533" sldId="264"/>
            <ac:spMk id="96" creationId="{E3B281CB-BA0C-BEAC-F997-81FA78F08C33}"/>
          </ac:spMkLst>
        </pc:spChg>
        <pc:spChg chg="add mod">
          <ac:chgData name="佳家 余" userId="4794e03318d1ced1" providerId="LiveId" clId="{FFAC703A-B6B6-4321-AB0C-A59B7EDF14A6}" dt="2026-06-15T05:13:52.624" v="3804" actId="1076"/>
          <ac:spMkLst>
            <pc:docMk/>
            <pc:sldMk cId="384022533" sldId="264"/>
            <ac:spMk id="97" creationId="{D04E801A-AAC6-D508-44CF-FDEB7F52EF18}"/>
          </ac:spMkLst>
        </pc:spChg>
        <pc:spChg chg="add mod">
          <ac:chgData name="佳家 余" userId="4794e03318d1ced1" providerId="LiveId" clId="{FFAC703A-B6B6-4321-AB0C-A59B7EDF14A6}" dt="2026-06-15T05:13:52.624" v="3804" actId="1076"/>
          <ac:spMkLst>
            <pc:docMk/>
            <pc:sldMk cId="384022533" sldId="264"/>
            <ac:spMk id="99" creationId="{A37EBC01-F014-DBED-03E7-CF99B47E530B}"/>
          </ac:spMkLst>
        </pc:spChg>
        <pc:spChg chg="add mod">
          <ac:chgData name="佳家 余" userId="4794e03318d1ced1" providerId="LiveId" clId="{FFAC703A-B6B6-4321-AB0C-A59B7EDF14A6}" dt="2026-06-15T05:13:52.624" v="3804" actId="1076"/>
          <ac:spMkLst>
            <pc:docMk/>
            <pc:sldMk cId="384022533" sldId="264"/>
            <ac:spMk id="100" creationId="{FD86F69F-44D8-9AED-3A66-47FCAFA41A91}"/>
          </ac:spMkLst>
        </pc:spChg>
        <pc:spChg chg="mod">
          <ac:chgData name="佳家 余" userId="4794e03318d1ced1" providerId="LiveId" clId="{FFAC703A-B6B6-4321-AB0C-A59B7EDF14A6}" dt="2026-06-15T03:11:38.548" v="3471" actId="1076"/>
          <ac:spMkLst>
            <pc:docMk/>
            <pc:sldMk cId="384022533" sldId="264"/>
            <ac:spMk id="103" creationId="{471E8DDB-4AD8-3DB6-68C2-E882DEAFF105}"/>
          </ac:spMkLst>
        </pc:spChg>
        <pc:spChg chg="add mod">
          <ac:chgData name="佳家 余" userId="4794e03318d1ced1" providerId="LiveId" clId="{FFAC703A-B6B6-4321-AB0C-A59B7EDF14A6}" dt="2026-06-15T05:13:52.624" v="3804" actId="1076"/>
          <ac:spMkLst>
            <pc:docMk/>
            <pc:sldMk cId="384022533" sldId="264"/>
            <ac:spMk id="104" creationId="{E4B17BDC-C4EA-B6A4-5C13-AC3FBC76A1C5}"/>
          </ac:spMkLst>
        </pc:spChg>
        <pc:spChg chg="add mod">
          <ac:chgData name="佳家 余" userId="4794e03318d1ced1" providerId="LiveId" clId="{FFAC703A-B6B6-4321-AB0C-A59B7EDF14A6}" dt="2026-06-15T05:13:52.624" v="3804" actId="1076"/>
          <ac:spMkLst>
            <pc:docMk/>
            <pc:sldMk cId="384022533" sldId="264"/>
            <ac:spMk id="106" creationId="{7D56683B-55F9-2906-6342-C9C7600DDF19}"/>
          </ac:spMkLst>
        </pc:spChg>
        <pc:spChg chg="add mod">
          <ac:chgData name="佳家 余" userId="4794e03318d1ced1" providerId="LiveId" clId="{FFAC703A-B6B6-4321-AB0C-A59B7EDF14A6}" dt="2026-06-15T05:13:52.624" v="3804" actId="1076"/>
          <ac:spMkLst>
            <pc:docMk/>
            <pc:sldMk cId="384022533" sldId="264"/>
            <ac:spMk id="107" creationId="{7947D454-0B8C-8DBF-72F1-03F5E748B52B}"/>
          </ac:spMkLst>
        </pc:spChg>
        <pc:spChg chg="mod">
          <ac:chgData name="佳家 余" userId="4794e03318d1ced1" providerId="LiveId" clId="{FFAC703A-B6B6-4321-AB0C-A59B7EDF14A6}" dt="2026-06-15T03:12:37.447" v="3499" actId="403"/>
          <ac:spMkLst>
            <pc:docMk/>
            <pc:sldMk cId="384022533" sldId="264"/>
            <ac:spMk id="108" creationId="{FBE5B0F2-1166-F251-1159-5FC0F6AD4209}"/>
          </ac:spMkLst>
        </pc:spChg>
        <pc:spChg chg="add mod">
          <ac:chgData name="佳家 余" userId="4794e03318d1ced1" providerId="LiveId" clId="{FFAC703A-B6B6-4321-AB0C-A59B7EDF14A6}" dt="2026-06-15T05:13:52.624" v="3804" actId="1076"/>
          <ac:spMkLst>
            <pc:docMk/>
            <pc:sldMk cId="384022533" sldId="264"/>
            <ac:spMk id="109" creationId="{AD94B18D-D1A3-825F-8B32-0D3357B46443}"/>
          </ac:spMkLst>
        </pc:spChg>
        <pc:spChg chg="add mod">
          <ac:chgData name="佳家 余" userId="4794e03318d1ced1" providerId="LiveId" clId="{FFAC703A-B6B6-4321-AB0C-A59B7EDF14A6}" dt="2026-06-15T05:13:52.624" v="3804" actId="1076"/>
          <ac:spMkLst>
            <pc:docMk/>
            <pc:sldMk cId="384022533" sldId="264"/>
            <ac:spMk id="111" creationId="{E4B1FDAA-D919-6516-637F-722D9DCE4403}"/>
          </ac:spMkLst>
        </pc:spChg>
        <pc:spChg chg="mod">
          <ac:chgData name="佳家 余" userId="4794e03318d1ced1" providerId="LiveId" clId="{FFAC703A-B6B6-4321-AB0C-A59B7EDF14A6}" dt="2026-06-15T03:12:52.743" v="3509" actId="403"/>
          <ac:spMkLst>
            <pc:docMk/>
            <pc:sldMk cId="384022533" sldId="264"/>
            <ac:spMk id="112" creationId="{B8244CCD-7178-CCBF-9FE4-C4A647AC4240}"/>
          </ac:spMkLst>
        </pc:spChg>
      </pc:sldChg>
      <pc:sldChg chg="addSp delSp modSp new mod modAnim modNotesTx">
        <pc:chgData name="佳家 余" userId="4794e03318d1ced1" providerId="LiveId" clId="{FFAC703A-B6B6-4321-AB0C-A59B7EDF14A6}" dt="2026-06-15T05:39:49.249" v="4398"/>
        <pc:sldMkLst>
          <pc:docMk/>
          <pc:sldMk cId="2887588688" sldId="265"/>
        </pc:sldMkLst>
        <pc:spChg chg="mod">
          <ac:chgData name="佳家 余" userId="4794e03318d1ced1" providerId="LiveId" clId="{FFAC703A-B6B6-4321-AB0C-A59B7EDF14A6}" dt="2026-06-15T03:27:28.433" v="3621" actId="1076"/>
          <ac:spMkLst>
            <pc:docMk/>
            <pc:sldMk cId="2887588688" sldId="265"/>
            <ac:spMk id="2" creationId="{5EAEC069-7F7E-D323-8748-761604FDD386}"/>
          </ac:spMkLst>
        </pc:spChg>
        <pc:spChg chg="del">
          <ac:chgData name="佳家 余" userId="4794e03318d1ced1" providerId="LiveId" clId="{FFAC703A-B6B6-4321-AB0C-A59B7EDF14A6}" dt="2026-06-15T03:14:39.109" v="3564" actId="478"/>
          <ac:spMkLst>
            <pc:docMk/>
            <pc:sldMk cId="2887588688" sldId="265"/>
            <ac:spMk id="3" creationId="{8EF394A2-9D59-3FCC-9FB3-12A28FA7AB61}"/>
          </ac:spMkLst>
        </pc:spChg>
        <pc:spChg chg="add del mod">
          <ac:chgData name="佳家 余" userId="4794e03318d1ced1" providerId="LiveId" clId="{FFAC703A-B6B6-4321-AB0C-A59B7EDF14A6}" dt="2026-06-15T05:16:44.331" v="3814" actId="478"/>
          <ac:spMkLst>
            <pc:docMk/>
            <pc:sldMk cId="2887588688" sldId="265"/>
            <ac:spMk id="4" creationId="{B7CBF4EC-AFEF-AA93-9EAD-DA1D1A739E90}"/>
          </ac:spMkLst>
        </pc:spChg>
        <pc:spChg chg="add mod">
          <ac:chgData name="佳家 余" userId="4794e03318d1ced1" providerId="LiveId" clId="{FFAC703A-B6B6-4321-AB0C-A59B7EDF14A6}" dt="2026-06-15T03:24:35.070" v="3570" actId="1076"/>
          <ac:spMkLst>
            <pc:docMk/>
            <pc:sldMk cId="2887588688" sldId="265"/>
            <ac:spMk id="5" creationId="{AE952C53-05E1-E158-1751-55262DA9C53C}"/>
          </ac:spMkLst>
        </pc:spChg>
        <pc:spChg chg="add mod">
          <ac:chgData name="佳家 余" userId="4794e03318d1ced1" providerId="LiveId" clId="{FFAC703A-B6B6-4321-AB0C-A59B7EDF14A6}" dt="2026-06-15T03:24:35.070" v="3570" actId="1076"/>
          <ac:spMkLst>
            <pc:docMk/>
            <pc:sldMk cId="2887588688" sldId="265"/>
            <ac:spMk id="6" creationId="{8CA2BC9D-1C52-F40C-EB93-C0CC1AF4FC1C}"/>
          </ac:spMkLst>
        </pc:spChg>
        <pc:spChg chg="add mod">
          <ac:chgData name="佳家 余" userId="4794e03318d1ced1" providerId="LiveId" clId="{FFAC703A-B6B6-4321-AB0C-A59B7EDF14A6}" dt="2026-06-15T03:24:35.070" v="3570" actId="1076"/>
          <ac:spMkLst>
            <pc:docMk/>
            <pc:sldMk cId="2887588688" sldId="265"/>
            <ac:spMk id="8" creationId="{DB500021-5545-A412-6EFE-E0D0094D2340}"/>
          </ac:spMkLst>
        </pc:spChg>
        <pc:spChg chg="mod">
          <ac:chgData name="佳家 余" userId="4794e03318d1ced1" providerId="LiveId" clId="{FFAC703A-B6B6-4321-AB0C-A59B7EDF14A6}" dt="2026-06-15T03:25:11.205" v="3584" actId="1076"/>
          <ac:spMkLst>
            <pc:docMk/>
            <pc:sldMk cId="2887588688" sldId="265"/>
            <ac:spMk id="9" creationId="{EA35E15D-58E6-C7CD-C4A2-274A0210CC33}"/>
          </ac:spMkLst>
        </pc:spChg>
        <pc:spChg chg="add mod">
          <ac:chgData name="佳家 余" userId="4794e03318d1ced1" providerId="LiveId" clId="{FFAC703A-B6B6-4321-AB0C-A59B7EDF14A6}" dt="2026-06-15T03:25:25.941" v="3588" actId="1076"/>
          <ac:spMkLst>
            <pc:docMk/>
            <pc:sldMk cId="2887588688" sldId="265"/>
            <ac:spMk id="10" creationId="{F7C13CB0-AA7C-15F0-2142-643ABABC70D3}"/>
          </ac:spMkLst>
        </pc:spChg>
        <pc:spChg chg="add mod">
          <ac:chgData name="佳家 余" userId="4794e03318d1ced1" providerId="LiveId" clId="{FFAC703A-B6B6-4321-AB0C-A59B7EDF14A6}" dt="2026-06-15T03:24:35.070" v="3570" actId="1076"/>
          <ac:spMkLst>
            <pc:docMk/>
            <pc:sldMk cId="2887588688" sldId="265"/>
            <ac:spMk id="12" creationId="{0D164F60-76CF-200A-D84E-97E8A0AE5B5C}"/>
          </ac:spMkLst>
        </pc:spChg>
        <pc:spChg chg="mod">
          <ac:chgData name="佳家 余" userId="4794e03318d1ced1" providerId="LiveId" clId="{FFAC703A-B6B6-4321-AB0C-A59B7EDF14A6}" dt="2026-06-15T03:25:08.564" v="3583" actId="1076"/>
          <ac:spMkLst>
            <pc:docMk/>
            <pc:sldMk cId="2887588688" sldId="265"/>
            <ac:spMk id="13" creationId="{E4BC57ED-1592-4FD3-749B-B4F455D3334D}"/>
          </ac:spMkLst>
        </pc:spChg>
        <pc:spChg chg="add mod">
          <ac:chgData name="佳家 余" userId="4794e03318d1ced1" providerId="LiveId" clId="{FFAC703A-B6B6-4321-AB0C-A59B7EDF14A6}" dt="2026-06-15T03:25:19.431" v="3586" actId="1076"/>
          <ac:spMkLst>
            <pc:docMk/>
            <pc:sldMk cId="2887588688" sldId="265"/>
            <ac:spMk id="14" creationId="{080A46EB-9C15-A7D9-4B0A-F17D158D4A78}"/>
          </ac:spMkLst>
        </pc:spChg>
        <pc:spChg chg="add mod">
          <ac:chgData name="佳家 余" userId="4794e03318d1ced1" providerId="LiveId" clId="{FFAC703A-B6B6-4321-AB0C-A59B7EDF14A6}" dt="2026-06-15T03:24:35.070" v="3570" actId="1076"/>
          <ac:spMkLst>
            <pc:docMk/>
            <pc:sldMk cId="2887588688" sldId="265"/>
            <ac:spMk id="16" creationId="{2843015B-9107-E30E-B8F3-ACE08C8DFE16}"/>
          </ac:spMkLst>
        </pc:spChg>
        <pc:spChg chg="add mod">
          <ac:chgData name="佳家 余" userId="4794e03318d1ced1" providerId="LiveId" clId="{FFAC703A-B6B6-4321-AB0C-A59B7EDF14A6}" dt="2026-06-15T03:25:06.477" v="3582" actId="1076"/>
          <ac:spMkLst>
            <pc:docMk/>
            <pc:sldMk cId="2887588688" sldId="265"/>
            <ac:spMk id="17" creationId="{350AABFF-E994-33B8-48BE-CE8FBCDD06B8}"/>
          </ac:spMkLst>
        </pc:spChg>
        <pc:spChg chg="add mod">
          <ac:chgData name="佳家 余" userId="4794e03318d1ced1" providerId="LiveId" clId="{FFAC703A-B6B6-4321-AB0C-A59B7EDF14A6}" dt="2026-06-15T03:25:22.495" v="3587" actId="1076"/>
          <ac:spMkLst>
            <pc:docMk/>
            <pc:sldMk cId="2887588688" sldId="265"/>
            <ac:spMk id="18" creationId="{BD496C12-EA10-7590-9381-50849F32715D}"/>
          </ac:spMkLst>
        </pc:spChg>
        <pc:spChg chg="add mod">
          <ac:chgData name="佳家 余" userId="4794e03318d1ced1" providerId="LiveId" clId="{FFAC703A-B6B6-4321-AB0C-A59B7EDF14A6}" dt="2026-06-15T03:25:44.609" v="3589"/>
          <ac:spMkLst>
            <pc:docMk/>
            <pc:sldMk cId="2887588688" sldId="265"/>
            <ac:spMk id="22" creationId="{957C86B2-DB46-7C83-2CC7-577F0BB92866}"/>
          </ac:spMkLst>
        </pc:spChg>
        <pc:spChg chg="add mod">
          <ac:chgData name="佳家 余" userId="4794e03318d1ced1" providerId="LiveId" clId="{FFAC703A-B6B6-4321-AB0C-A59B7EDF14A6}" dt="2026-06-15T03:25:44.609" v="3589"/>
          <ac:spMkLst>
            <pc:docMk/>
            <pc:sldMk cId="2887588688" sldId="265"/>
            <ac:spMk id="25" creationId="{E4F5770C-F895-4E92-87D9-F51CF5772678}"/>
          </ac:spMkLst>
        </pc:spChg>
        <pc:spChg chg="add mod">
          <ac:chgData name="佳家 余" userId="4794e03318d1ced1" providerId="LiveId" clId="{FFAC703A-B6B6-4321-AB0C-A59B7EDF14A6}" dt="2026-06-15T03:25:44.609" v="3589"/>
          <ac:spMkLst>
            <pc:docMk/>
            <pc:sldMk cId="2887588688" sldId="265"/>
            <ac:spMk id="26" creationId="{898CB9FA-ED57-9B89-F1EE-A131A30FEA90}"/>
          </ac:spMkLst>
        </pc:spChg>
        <pc:spChg chg="add mod">
          <ac:chgData name="佳家 余" userId="4794e03318d1ced1" providerId="LiveId" clId="{FFAC703A-B6B6-4321-AB0C-A59B7EDF14A6}" dt="2026-06-15T03:25:44.609" v="3589"/>
          <ac:spMkLst>
            <pc:docMk/>
            <pc:sldMk cId="2887588688" sldId="265"/>
            <ac:spMk id="27" creationId="{0C7A4D8D-7F96-2700-2CFD-650DBB079C18}"/>
          </ac:spMkLst>
        </pc:spChg>
        <pc:spChg chg="add mod">
          <ac:chgData name="佳家 余" userId="4794e03318d1ced1" providerId="LiveId" clId="{FFAC703A-B6B6-4321-AB0C-A59B7EDF14A6}" dt="2026-06-15T03:25:44.609" v="3589"/>
          <ac:spMkLst>
            <pc:docMk/>
            <pc:sldMk cId="2887588688" sldId="265"/>
            <ac:spMk id="30" creationId="{51338D15-5EF8-8E07-D8CD-A0C90A789071}"/>
          </ac:spMkLst>
        </pc:spChg>
        <pc:spChg chg="add mod">
          <ac:chgData name="佳家 余" userId="4794e03318d1ced1" providerId="LiveId" clId="{FFAC703A-B6B6-4321-AB0C-A59B7EDF14A6}" dt="2026-06-15T03:25:44.609" v="3589"/>
          <ac:spMkLst>
            <pc:docMk/>
            <pc:sldMk cId="2887588688" sldId="265"/>
            <ac:spMk id="32" creationId="{F1F30E34-8061-53DB-1A7E-452C98D6766D}"/>
          </ac:spMkLst>
        </pc:spChg>
        <pc:spChg chg="add mod">
          <ac:chgData name="佳家 余" userId="4794e03318d1ced1" providerId="LiveId" clId="{FFAC703A-B6B6-4321-AB0C-A59B7EDF14A6}" dt="2026-06-15T03:25:44.609" v="3589"/>
          <ac:spMkLst>
            <pc:docMk/>
            <pc:sldMk cId="2887588688" sldId="265"/>
            <ac:spMk id="35" creationId="{07B9B2B1-9730-039D-52C5-68CE9E09259B}"/>
          </ac:spMkLst>
        </pc:spChg>
        <pc:spChg chg="add mod">
          <ac:chgData name="佳家 余" userId="4794e03318d1ced1" providerId="LiveId" clId="{FFAC703A-B6B6-4321-AB0C-A59B7EDF14A6}" dt="2026-06-15T03:25:44.609" v="3589"/>
          <ac:spMkLst>
            <pc:docMk/>
            <pc:sldMk cId="2887588688" sldId="265"/>
            <ac:spMk id="36" creationId="{A55DB879-0FEE-4D76-C41B-D5452F60405D}"/>
          </ac:spMkLst>
        </pc:spChg>
        <pc:spChg chg="add mod">
          <ac:chgData name="佳家 余" userId="4794e03318d1ced1" providerId="LiveId" clId="{FFAC703A-B6B6-4321-AB0C-A59B7EDF14A6}" dt="2026-06-15T03:25:44.609" v="3589"/>
          <ac:spMkLst>
            <pc:docMk/>
            <pc:sldMk cId="2887588688" sldId="265"/>
            <ac:spMk id="37" creationId="{770B9907-E42E-A235-34DA-EDED64CFBF57}"/>
          </ac:spMkLst>
        </pc:spChg>
        <pc:spChg chg="add mod">
          <ac:chgData name="佳家 余" userId="4794e03318d1ced1" providerId="LiveId" clId="{FFAC703A-B6B6-4321-AB0C-A59B7EDF14A6}" dt="2026-06-15T03:25:44.609" v="3589"/>
          <ac:spMkLst>
            <pc:docMk/>
            <pc:sldMk cId="2887588688" sldId="265"/>
            <ac:spMk id="38" creationId="{016770B2-1BE1-CED8-3D93-17AC196F10CF}"/>
          </ac:spMkLst>
        </pc:spChg>
        <pc:spChg chg="add del mod">
          <ac:chgData name="佳家 余" userId="4794e03318d1ced1" providerId="LiveId" clId="{FFAC703A-B6B6-4321-AB0C-A59B7EDF14A6}" dt="2026-06-15T05:16:45.835" v="3815" actId="478"/>
          <ac:spMkLst>
            <pc:docMk/>
            <pc:sldMk cId="2887588688" sldId="265"/>
            <ac:spMk id="40" creationId="{4534E7F9-E340-8300-41BB-5E7F68DD3391}"/>
          </ac:spMkLst>
        </pc:spChg>
        <pc:spChg chg="mod">
          <ac:chgData name="佳家 余" userId="4794e03318d1ced1" providerId="LiveId" clId="{FFAC703A-B6B6-4321-AB0C-A59B7EDF14A6}" dt="2026-06-15T03:27:20.666" v="3616" actId="1076"/>
          <ac:spMkLst>
            <pc:docMk/>
            <pc:sldMk cId="2887588688" sldId="265"/>
            <ac:spMk id="41" creationId="{01084762-AD07-5464-B502-2AA41B87BF4D}"/>
          </ac:spMkLst>
        </pc:spChg>
        <pc:spChg chg="mod">
          <ac:chgData name="佳家 余" userId="4794e03318d1ced1" providerId="LiveId" clId="{FFAC703A-B6B6-4321-AB0C-A59B7EDF14A6}" dt="2026-06-15T03:27:20.666" v="3616" actId="1076"/>
          <ac:spMkLst>
            <pc:docMk/>
            <pc:sldMk cId="2887588688" sldId="265"/>
            <ac:spMk id="42" creationId="{F4D52FA1-207B-6558-6E3C-ADE1588C3D26}"/>
          </ac:spMkLst>
        </pc:spChg>
        <pc:spChg chg="add mod">
          <ac:chgData name="佳家 余" userId="4794e03318d1ced1" providerId="LiveId" clId="{FFAC703A-B6B6-4321-AB0C-A59B7EDF14A6}" dt="2026-06-15T03:27:20.666" v="3616" actId="1076"/>
          <ac:spMkLst>
            <pc:docMk/>
            <pc:sldMk cId="2887588688" sldId="265"/>
            <ac:spMk id="43" creationId="{1E94A10B-8E92-7710-7FC8-337B3F0B3C0F}"/>
          </ac:spMkLst>
        </pc:spChg>
        <pc:spChg chg="mod">
          <ac:chgData name="佳家 余" userId="4794e03318d1ced1" providerId="LiveId" clId="{FFAC703A-B6B6-4321-AB0C-A59B7EDF14A6}" dt="2026-06-15T03:27:34.750" v="3622" actId="1076"/>
          <ac:spMkLst>
            <pc:docMk/>
            <pc:sldMk cId="2887588688" sldId="265"/>
            <ac:spMk id="44" creationId="{4F544BD1-3ECF-D53F-FA3E-09F0C7B96E50}"/>
          </ac:spMkLst>
        </pc:spChg>
        <pc:spChg chg="mod">
          <ac:chgData name="佳家 余" userId="4794e03318d1ced1" providerId="LiveId" clId="{FFAC703A-B6B6-4321-AB0C-A59B7EDF14A6}" dt="2026-06-15T03:27:20.236" v="3615" actId="1076"/>
          <ac:spMkLst>
            <pc:docMk/>
            <pc:sldMk cId="2887588688" sldId="265"/>
            <ac:spMk id="45" creationId="{70558250-BAC8-C2AF-AED4-FCEACB54913F}"/>
          </ac:spMkLst>
        </pc:spChg>
        <pc:spChg chg="mod">
          <ac:chgData name="佳家 余" userId="4794e03318d1ced1" providerId="LiveId" clId="{FFAC703A-B6B6-4321-AB0C-A59B7EDF14A6}" dt="2026-06-15T03:27:34.750" v="3622" actId="1076"/>
          <ac:spMkLst>
            <pc:docMk/>
            <pc:sldMk cId="2887588688" sldId="265"/>
            <ac:spMk id="46" creationId="{245C9A45-02C3-F238-C065-A838A151F915}"/>
          </ac:spMkLst>
        </pc:spChg>
        <pc:spChg chg="mod">
          <ac:chgData name="佳家 余" userId="4794e03318d1ced1" providerId="LiveId" clId="{FFAC703A-B6B6-4321-AB0C-A59B7EDF14A6}" dt="2026-06-15T03:26:38.669" v="3605" actId="403"/>
          <ac:spMkLst>
            <pc:docMk/>
            <pc:sldMk cId="2887588688" sldId="265"/>
            <ac:spMk id="47" creationId="{80115404-B264-92BE-1FD5-FB9C496178C6}"/>
          </ac:spMkLst>
        </pc:spChg>
        <pc:spChg chg="add mod">
          <ac:chgData name="佳家 余" userId="4794e03318d1ced1" providerId="LiveId" clId="{FFAC703A-B6B6-4321-AB0C-A59B7EDF14A6}" dt="2026-06-15T03:27:34.750" v="3622" actId="1076"/>
          <ac:spMkLst>
            <pc:docMk/>
            <pc:sldMk cId="2887588688" sldId="265"/>
            <ac:spMk id="48" creationId="{53820917-A1C9-9623-928A-C7EA961D54C1}"/>
          </ac:spMkLst>
        </pc:spChg>
        <pc:spChg chg="add mod">
          <ac:chgData name="佳家 余" userId="4794e03318d1ced1" providerId="LiveId" clId="{FFAC703A-B6B6-4321-AB0C-A59B7EDF14A6}" dt="2026-06-15T03:27:34.750" v="3622" actId="1076"/>
          <ac:spMkLst>
            <pc:docMk/>
            <pc:sldMk cId="2887588688" sldId="265"/>
            <ac:spMk id="49" creationId="{BF560C9F-FCE9-6ACD-6380-6D45A3B3CEC4}"/>
          </ac:spMkLst>
        </pc:spChg>
        <pc:spChg chg="add mod">
          <ac:chgData name="佳家 余" userId="4794e03318d1ced1" providerId="LiveId" clId="{FFAC703A-B6B6-4321-AB0C-A59B7EDF14A6}" dt="2026-06-15T03:27:20.666" v="3616" actId="1076"/>
          <ac:spMkLst>
            <pc:docMk/>
            <pc:sldMk cId="2887588688" sldId="265"/>
            <ac:spMk id="50" creationId="{CEDC5FA3-0680-91AA-30C4-0567517CA6E4}"/>
          </ac:spMkLst>
        </pc:spChg>
        <pc:spChg chg="mod">
          <ac:chgData name="佳家 余" userId="4794e03318d1ced1" providerId="LiveId" clId="{FFAC703A-B6B6-4321-AB0C-A59B7EDF14A6}" dt="2026-06-15T03:27:34.750" v="3622" actId="1076"/>
          <ac:spMkLst>
            <pc:docMk/>
            <pc:sldMk cId="2887588688" sldId="265"/>
            <ac:spMk id="51" creationId="{810B7565-8312-B6A0-5625-5EE4D4DAF0F7}"/>
          </ac:spMkLst>
        </pc:spChg>
        <pc:spChg chg="add mod">
          <ac:chgData name="佳家 余" userId="4794e03318d1ced1" providerId="LiveId" clId="{FFAC703A-B6B6-4321-AB0C-A59B7EDF14A6}" dt="2026-06-15T03:27:34.750" v="3622" actId="1076"/>
          <ac:spMkLst>
            <pc:docMk/>
            <pc:sldMk cId="2887588688" sldId="265"/>
            <ac:spMk id="52" creationId="{B94AC57A-31F9-4BFF-D7B7-21844BAFBF03}"/>
          </ac:spMkLst>
        </pc:spChg>
        <pc:spChg chg="mod">
          <ac:chgData name="佳家 余" userId="4794e03318d1ced1" providerId="LiveId" clId="{FFAC703A-B6B6-4321-AB0C-A59B7EDF14A6}" dt="2026-06-15T03:27:34.750" v="3622" actId="1076"/>
          <ac:spMkLst>
            <pc:docMk/>
            <pc:sldMk cId="2887588688" sldId="265"/>
            <ac:spMk id="53" creationId="{CF2A8967-B538-DCB4-A091-36A9401D48C3}"/>
          </ac:spMkLst>
        </pc:spChg>
        <pc:spChg chg="add mod">
          <ac:chgData name="佳家 余" userId="4794e03318d1ced1" providerId="LiveId" clId="{FFAC703A-B6B6-4321-AB0C-A59B7EDF14A6}" dt="2026-06-15T03:27:34.750" v="3622" actId="1076"/>
          <ac:spMkLst>
            <pc:docMk/>
            <pc:sldMk cId="2887588688" sldId="265"/>
            <ac:spMk id="54" creationId="{DF871490-C9E2-4008-AF79-E0252E0ACC63}"/>
          </ac:spMkLst>
        </pc:spChg>
        <pc:spChg chg="add mod">
          <ac:chgData name="佳家 余" userId="4794e03318d1ced1" providerId="LiveId" clId="{FFAC703A-B6B6-4321-AB0C-A59B7EDF14A6}" dt="2026-06-15T03:27:20.666" v="3616" actId="1076"/>
          <ac:spMkLst>
            <pc:docMk/>
            <pc:sldMk cId="2887588688" sldId="265"/>
            <ac:spMk id="55" creationId="{0F9B926C-EB64-E74C-6415-47DB7B89F064}"/>
          </ac:spMkLst>
        </pc:spChg>
        <pc:spChg chg="mod">
          <ac:chgData name="佳家 余" userId="4794e03318d1ced1" providerId="LiveId" clId="{FFAC703A-B6B6-4321-AB0C-A59B7EDF14A6}" dt="2026-06-15T03:27:34.750" v="3622" actId="1076"/>
          <ac:spMkLst>
            <pc:docMk/>
            <pc:sldMk cId="2887588688" sldId="265"/>
            <ac:spMk id="56" creationId="{D7409D6A-3F04-E347-8300-7C9846B9B759}"/>
          </ac:spMkLst>
        </pc:spChg>
        <pc:spChg chg="add mod">
          <ac:chgData name="佳家 余" userId="4794e03318d1ced1" providerId="LiveId" clId="{FFAC703A-B6B6-4321-AB0C-A59B7EDF14A6}" dt="2026-06-15T03:27:20.666" v="3616" actId="1076"/>
          <ac:spMkLst>
            <pc:docMk/>
            <pc:sldMk cId="2887588688" sldId="265"/>
            <ac:spMk id="57" creationId="{FD309223-90E5-9568-1B5F-AE9ECF21FA4C}"/>
          </ac:spMkLst>
        </pc:spChg>
        <pc:spChg chg="mod">
          <ac:chgData name="佳家 余" userId="4794e03318d1ced1" providerId="LiveId" clId="{FFAC703A-B6B6-4321-AB0C-A59B7EDF14A6}" dt="2026-06-15T03:27:34.750" v="3622" actId="1076"/>
          <ac:spMkLst>
            <pc:docMk/>
            <pc:sldMk cId="2887588688" sldId="265"/>
            <ac:spMk id="58" creationId="{A7C599E3-AAD7-70AE-BCDF-BDEE982E302E}"/>
          </ac:spMkLst>
        </pc:spChg>
        <pc:spChg chg="add mod">
          <ac:chgData name="佳家 余" userId="4794e03318d1ced1" providerId="LiveId" clId="{FFAC703A-B6B6-4321-AB0C-A59B7EDF14A6}" dt="2026-06-15T03:26:38.669" v="3605" actId="403"/>
          <ac:spMkLst>
            <pc:docMk/>
            <pc:sldMk cId="2887588688" sldId="265"/>
            <ac:spMk id="60" creationId="{7913605A-A50A-F1C2-C635-7686DDBBF90C}"/>
          </ac:spMkLst>
        </pc:spChg>
        <pc:spChg chg="add mod">
          <ac:chgData name="佳家 余" userId="4794e03318d1ced1" providerId="LiveId" clId="{FFAC703A-B6B6-4321-AB0C-A59B7EDF14A6}" dt="2026-06-15T03:27:20.666" v="3616" actId="1076"/>
          <ac:spMkLst>
            <pc:docMk/>
            <pc:sldMk cId="2887588688" sldId="265"/>
            <ac:spMk id="61" creationId="{1C8E6790-8A21-D23E-67C9-11B9CDCBEA92}"/>
          </ac:spMkLst>
        </pc:spChg>
        <pc:spChg chg="add del mod">
          <ac:chgData name="佳家 余" userId="4794e03318d1ced1" providerId="LiveId" clId="{FFAC703A-B6B6-4321-AB0C-A59B7EDF14A6}" dt="2026-06-15T05:16:46.875" v="3816" actId="478"/>
          <ac:spMkLst>
            <pc:docMk/>
            <pc:sldMk cId="2887588688" sldId="265"/>
            <ac:spMk id="62" creationId="{314CC517-1044-BA6E-2858-8823AEA2FB6A}"/>
          </ac:spMkLst>
        </pc:spChg>
        <pc:spChg chg="add mod">
          <ac:chgData name="佳家 余" userId="4794e03318d1ced1" providerId="LiveId" clId="{FFAC703A-B6B6-4321-AB0C-A59B7EDF14A6}" dt="2026-06-15T03:27:52.666" v="3627" actId="403"/>
          <ac:spMkLst>
            <pc:docMk/>
            <pc:sldMk cId="2887588688" sldId="265"/>
            <ac:spMk id="63" creationId="{649856C4-B9E1-96AD-BB0B-A8F8948AA43F}"/>
          </ac:spMkLst>
        </pc:spChg>
        <pc:spChg chg="mod">
          <ac:chgData name="佳家 余" userId="4794e03318d1ced1" providerId="LiveId" clId="{FFAC703A-B6B6-4321-AB0C-A59B7EDF14A6}" dt="2026-06-15T03:28:50.522" v="3643" actId="403"/>
          <ac:spMkLst>
            <pc:docMk/>
            <pc:sldMk cId="2887588688" sldId="265"/>
            <ac:spMk id="66" creationId="{5D5E2B9E-F051-28AB-D15F-ACBE0D100833}"/>
          </ac:spMkLst>
        </pc:spChg>
        <pc:spChg chg="add mod">
          <ac:chgData name="佳家 余" userId="4794e03318d1ced1" providerId="LiveId" clId="{FFAC703A-B6B6-4321-AB0C-A59B7EDF14A6}" dt="2026-06-15T03:28:17.197" v="3630" actId="1076"/>
          <ac:spMkLst>
            <pc:docMk/>
            <pc:sldMk cId="2887588688" sldId="265"/>
            <ac:spMk id="67" creationId="{BBAC3C93-B4DD-E6CF-6937-A22026E09E3C}"/>
          </ac:spMkLst>
        </pc:spChg>
        <pc:spChg chg="mod">
          <ac:chgData name="佳家 余" userId="4794e03318d1ced1" providerId="LiveId" clId="{FFAC703A-B6B6-4321-AB0C-A59B7EDF14A6}" dt="2026-06-15T03:28:58.279" v="3648" actId="20577"/>
          <ac:spMkLst>
            <pc:docMk/>
            <pc:sldMk cId="2887588688" sldId="265"/>
            <ac:spMk id="69" creationId="{FF87B5E8-2909-310C-DE74-A33B2CC562BF}"/>
          </ac:spMkLst>
        </pc:spChg>
        <pc:spChg chg="add mod">
          <ac:chgData name="佳家 余" userId="4794e03318d1ced1" providerId="LiveId" clId="{FFAC703A-B6B6-4321-AB0C-A59B7EDF14A6}" dt="2026-06-15T03:28:17.197" v="3630" actId="1076"/>
          <ac:spMkLst>
            <pc:docMk/>
            <pc:sldMk cId="2887588688" sldId="265"/>
            <ac:spMk id="70" creationId="{105A185C-ED0C-9271-FAF4-AB94C905FE9E}"/>
          </ac:spMkLst>
        </pc:spChg>
        <pc:spChg chg="add mod">
          <ac:chgData name="佳家 余" userId="4794e03318d1ced1" providerId="LiveId" clId="{FFAC703A-B6B6-4321-AB0C-A59B7EDF14A6}" dt="2026-06-15T03:28:17.197" v="3630" actId="1076"/>
          <ac:spMkLst>
            <pc:docMk/>
            <pc:sldMk cId="2887588688" sldId="265"/>
            <ac:spMk id="71" creationId="{429FEAA7-BD84-F0EB-B02D-C986AC06979B}"/>
          </ac:spMkLst>
        </pc:spChg>
        <pc:spChg chg="add mod">
          <ac:chgData name="佳家 余" userId="4794e03318d1ced1" providerId="LiveId" clId="{FFAC703A-B6B6-4321-AB0C-A59B7EDF14A6}" dt="2026-06-15T03:29:00.832" v="3650" actId="20577"/>
          <ac:spMkLst>
            <pc:docMk/>
            <pc:sldMk cId="2887588688" sldId="265"/>
            <ac:spMk id="72" creationId="{52D3BA21-15B7-147C-EE24-FAD9815D02AF}"/>
          </ac:spMkLst>
        </pc:spChg>
        <pc:spChg chg="add mod">
          <ac:chgData name="佳家 余" userId="4794e03318d1ced1" providerId="LiveId" clId="{FFAC703A-B6B6-4321-AB0C-A59B7EDF14A6}" dt="2026-06-15T03:28:17.197" v="3630" actId="1076"/>
          <ac:spMkLst>
            <pc:docMk/>
            <pc:sldMk cId="2887588688" sldId="265"/>
            <ac:spMk id="73" creationId="{FBADAA80-FE4B-8177-DBB6-38A53BF25C9B}"/>
          </ac:spMkLst>
        </pc:spChg>
        <pc:spChg chg="add mod">
          <ac:chgData name="佳家 余" userId="4794e03318d1ced1" providerId="LiveId" clId="{FFAC703A-B6B6-4321-AB0C-A59B7EDF14A6}" dt="2026-06-15T03:28:17.197" v="3630" actId="1076"/>
          <ac:spMkLst>
            <pc:docMk/>
            <pc:sldMk cId="2887588688" sldId="265"/>
            <ac:spMk id="74" creationId="{0642CB54-7835-3D9B-7E65-1D788B264D56}"/>
          </ac:spMkLst>
        </pc:spChg>
        <pc:spChg chg="add mod">
          <ac:chgData name="佳家 余" userId="4794e03318d1ced1" providerId="LiveId" clId="{FFAC703A-B6B6-4321-AB0C-A59B7EDF14A6}" dt="2026-06-15T03:29:04.657" v="3654" actId="20577"/>
          <ac:spMkLst>
            <pc:docMk/>
            <pc:sldMk cId="2887588688" sldId="265"/>
            <ac:spMk id="75" creationId="{063C996B-735F-D2D4-355C-B26DD26ADD00}"/>
          </ac:spMkLst>
        </pc:spChg>
        <pc:spChg chg="add mod">
          <ac:chgData name="佳家 余" userId="4794e03318d1ced1" providerId="LiveId" clId="{FFAC703A-B6B6-4321-AB0C-A59B7EDF14A6}" dt="2026-06-15T03:28:17.197" v="3630" actId="1076"/>
          <ac:spMkLst>
            <pc:docMk/>
            <pc:sldMk cId="2887588688" sldId="265"/>
            <ac:spMk id="76" creationId="{C42D54CF-4561-63E2-918C-C5572025FFB4}"/>
          </ac:spMkLst>
        </pc:spChg>
        <pc:spChg chg="add">
          <ac:chgData name="佳家 余" userId="4794e03318d1ced1" providerId="LiveId" clId="{FFAC703A-B6B6-4321-AB0C-A59B7EDF14A6}" dt="2026-06-15T03:33:40.216" v="3657"/>
          <ac:spMkLst>
            <pc:docMk/>
            <pc:sldMk cId="2887588688" sldId="265"/>
            <ac:spMk id="78" creationId="{5F18641D-3B9B-0485-11F7-F6C4FBD0CE5C}"/>
          </ac:spMkLst>
        </pc:spChg>
        <pc:spChg chg="add mod">
          <ac:chgData name="佳家 余" userId="4794e03318d1ced1" providerId="LiveId" clId="{FFAC703A-B6B6-4321-AB0C-A59B7EDF14A6}" dt="2026-06-15T03:33:42.600" v="3658"/>
          <ac:spMkLst>
            <pc:docMk/>
            <pc:sldMk cId="2887588688" sldId="265"/>
            <ac:spMk id="79" creationId="{6417BED4-C919-4E46-A815-CBE5B2B726F5}"/>
          </ac:spMkLst>
        </pc:spChg>
        <pc:spChg chg="add mod">
          <ac:chgData name="佳家 余" userId="4794e03318d1ced1" providerId="LiveId" clId="{FFAC703A-B6B6-4321-AB0C-A59B7EDF14A6}" dt="2026-06-15T03:33:44.257" v="3659"/>
          <ac:spMkLst>
            <pc:docMk/>
            <pc:sldMk cId="2887588688" sldId="265"/>
            <ac:spMk id="80" creationId="{085E9E0C-B6C4-14B7-916E-AE06C5C320CB}"/>
          </ac:spMkLst>
        </pc:spChg>
        <pc:picChg chg="del mod">
          <ac:chgData name="佳家 余" userId="4794e03318d1ced1" providerId="LiveId" clId="{FFAC703A-B6B6-4321-AB0C-A59B7EDF14A6}" dt="2026-06-15T03:33:39.334" v="3656" actId="478"/>
          <ac:picMkLst>
            <pc:docMk/>
            <pc:sldMk cId="2887588688" sldId="265"/>
            <ac:picMk id="7" creationId="{AEBDCFFA-71CD-AB00-E19D-CC534ED7F4BA}"/>
          </ac:picMkLst>
        </pc:picChg>
        <pc:picChg chg="add mod">
          <ac:chgData name="佳家 余" userId="4794e03318d1ced1" providerId="LiveId" clId="{FFAC703A-B6B6-4321-AB0C-A59B7EDF14A6}" dt="2026-06-15T03:34:03.924" v="3665" actId="1076"/>
          <ac:picMkLst>
            <pc:docMk/>
            <pc:sldMk cId="2887588688" sldId="265"/>
            <ac:picMk id="82" creationId="{CF82F2E3-6A82-9DFB-70F7-3C966FDEEEC2}"/>
          </ac:picMkLst>
        </pc:picChg>
      </pc:sldChg>
      <pc:sldChg chg="addSp delSp modSp new mod">
        <pc:chgData name="佳家 余" userId="4794e03318d1ced1" providerId="LiveId" clId="{FFAC703A-B6B6-4321-AB0C-A59B7EDF14A6}" dt="2026-06-15T05:41:54.933" v="4478" actId="108"/>
        <pc:sldMkLst>
          <pc:docMk/>
          <pc:sldMk cId="370561858" sldId="266"/>
        </pc:sldMkLst>
        <pc:spChg chg="del">
          <ac:chgData name="佳家 余" userId="4794e03318d1ced1" providerId="LiveId" clId="{FFAC703A-B6B6-4321-AB0C-A59B7EDF14A6}" dt="2026-06-15T05:04:00.804" v="3725" actId="478"/>
          <ac:spMkLst>
            <pc:docMk/>
            <pc:sldMk cId="370561858" sldId="266"/>
            <ac:spMk id="2" creationId="{93C2EB98-00C2-4E40-DC57-5C2B88BF6D59}"/>
          </ac:spMkLst>
        </pc:spChg>
        <pc:spChg chg="del">
          <ac:chgData name="佳家 余" userId="4794e03318d1ced1" providerId="LiveId" clId="{FFAC703A-B6B6-4321-AB0C-A59B7EDF14A6}" dt="2026-06-15T05:04:02.020" v="3726" actId="478"/>
          <ac:spMkLst>
            <pc:docMk/>
            <pc:sldMk cId="370561858" sldId="266"/>
            <ac:spMk id="3" creationId="{6A73DE6C-744E-4C15-D45F-A616B4E082C0}"/>
          </ac:spMkLst>
        </pc:spChg>
        <pc:spChg chg="add mod">
          <ac:chgData name="佳家 余" userId="4794e03318d1ced1" providerId="LiveId" clId="{FFAC703A-B6B6-4321-AB0C-A59B7EDF14A6}" dt="2026-06-15T05:04:07.378" v="3728" actId="1076"/>
          <ac:spMkLst>
            <pc:docMk/>
            <pc:sldMk cId="370561858" sldId="266"/>
            <ac:spMk id="4" creationId="{5F437D1A-D54A-8D62-EDD0-E59AFFFFD053}"/>
          </ac:spMkLst>
        </pc:spChg>
        <pc:spChg chg="add mod">
          <ac:chgData name="佳家 余" userId="4794e03318d1ced1" providerId="LiveId" clId="{FFAC703A-B6B6-4321-AB0C-A59B7EDF14A6}" dt="2026-06-15T05:04:13.978" v="3730" actId="1076"/>
          <ac:spMkLst>
            <pc:docMk/>
            <pc:sldMk cId="370561858" sldId="266"/>
            <ac:spMk id="5" creationId="{1FC3ECA6-8A5E-67B5-1046-8952C25E73AD}"/>
          </ac:spMkLst>
        </pc:spChg>
        <pc:spChg chg="add mod">
          <ac:chgData name="佳家 余" userId="4794e03318d1ced1" providerId="LiveId" clId="{FFAC703A-B6B6-4321-AB0C-A59B7EDF14A6}" dt="2026-06-15T05:41:54.933" v="4478" actId="108"/>
          <ac:spMkLst>
            <pc:docMk/>
            <pc:sldMk cId="370561858" sldId="266"/>
            <ac:spMk id="6" creationId="{7B878F5A-A06D-C553-54F6-BD0D78B57A0D}"/>
          </ac:spMkLst>
        </pc:spChg>
      </pc:sldChg>
      <pc:sldChg chg="addSp delSp modSp new mod ord modNotesTx">
        <pc:chgData name="佳家 余" userId="4794e03318d1ced1" providerId="LiveId" clId="{FFAC703A-B6B6-4321-AB0C-A59B7EDF14A6}" dt="2026-06-15T05:32:37.685" v="4354" actId="20577"/>
        <pc:sldMkLst>
          <pc:docMk/>
          <pc:sldMk cId="4085681013" sldId="267"/>
        </pc:sldMkLst>
        <pc:spChg chg="mod">
          <ac:chgData name="佳家 余" userId="4794e03318d1ced1" providerId="LiveId" clId="{FFAC703A-B6B6-4321-AB0C-A59B7EDF14A6}" dt="2026-06-15T05:12:33.707" v="3802" actId="1076"/>
          <ac:spMkLst>
            <pc:docMk/>
            <pc:sldMk cId="4085681013" sldId="267"/>
            <ac:spMk id="2" creationId="{DCB01A12-9D38-749F-CB4C-7DCA69FE9AD6}"/>
          </ac:spMkLst>
        </pc:spChg>
        <pc:spChg chg="del">
          <ac:chgData name="佳家 余" userId="4794e03318d1ced1" providerId="LiveId" clId="{FFAC703A-B6B6-4321-AB0C-A59B7EDF14A6}" dt="2026-06-15T05:12:35.821" v="3803" actId="478"/>
          <ac:spMkLst>
            <pc:docMk/>
            <pc:sldMk cId="4085681013" sldId="267"/>
            <ac:spMk id="3" creationId="{AB59D0C8-124B-0B1E-7165-20D2B26710E5}"/>
          </ac:spMkLst>
        </pc:spChg>
        <pc:spChg chg="del">
          <ac:chgData name="佳家 余" userId="4794e03318d1ced1" providerId="LiveId" clId="{FFAC703A-B6B6-4321-AB0C-A59B7EDF14A6}" dt="2026-06-15T05:16:29.634" v="3809" actId="478"/>
          <ac:spMkLst>
            <pc:docMk/>
            <pc:sldMk cId="4085681013" sldId="267"/>
            <ac:spMk id="4" creationId="{501F3647-C0BB-C777-3034-13155CFE9D3A}"/>
          </ac:spMkLst>
        </pc:spChg>
        <pc:spChg chg="add mod">
          <ac:chgData name="佳家 余" userId="4794e03318d1ced1" providerId="LiveId" clId="{FFAC703A-B6B6-4321-AB0C-A59B7EDF14A6}" dt="2026-06-15T05:15:56.452" v="3806" actId="1076"/>
          <ac:spMkLst>
            <pc:docMk/>
            <pc:sldMk cId="4085681013" sldId="267"/>
            <ac:spMk id="7" creationId="{3AA030B3-2F19-457F-41B4-621D9B59BF21}"/>
          </ac:spMkLst>
        </pc:spChg>
        <pc:spChg chg="add mod">
          <ac:chgData name="佳家 余" userId="4794e03318d1ced1" providerId="LiveId" clId="{FFAC703A-B6B6-4321-AB0C-A59B7EDF14A6}" dt="2026-06-15T05:18:17.320" v="3839" actId="404"/>
          <ac:spMkLst>
            <pc:docMk/>
            <pc:sldMk cId="4085681013" sldId="267"/>
            <ac:spMk id="8" creationId="{DB5CE27F-77A8-4807-5E51-DCAC59A786BB}"/>
          </ac:spMkLst>
        </pc:spChg>
        <pc:spChg chg="mod">
          <ac:chgData name="佳家 余" userId="4794e03318d1ced1" providerId="LiveId" clId="{FFAC703A-B6B6-4321-AB0C-A59B7EDF14A6}" dt="2026-06-15T05:18:38.663" v="3845" actId="403"/>
          <ac:spMkLst>
            <pc:docMk/>
            <pc:sldMk cId="4085681013" sldId="267"/>
            <ac:spMk id="9" creationId="{C245CFF4-A1B4-D8FF-AD17-7C429DDDD2F6}"/>
          </ac:spMkLst>
        </pc:spChg>
        <pc:spChg chg="add mod">
          <ac:chgData name="佳家 余" userId="4794e03318d1ced1" providerId="LiveId" clId="{FFAC703A-B6B6-4321-AB0C-A59B7EDF14A6}" dt="2026-06-15T05:17:13.990" v="3824" actId="403"/>
          <ac:spMkLst>
            <pc:docMk/>
            <pc:sldMk cId="4085681013" sldId="267"/>
            <ac:spMk id="10" creationId="{53946CF5-AC55-BA3C-83AB-87AE0AD2F310}"/>
          </ac:spMkLst>
        </pc:spChg>
        <pc:spChg chg="mod">
          <ac:chgData name="佳家 余" userId="4794e03318d1ced1" providerId="LiveId" clId="{FFAC703A-B6B6-4321-AB0C-A59B7EDF14A6}" dt="2026-06-15T05:17:51.229" v="3833" actId="14100"/>
          <ac:spMkLst>
            <pc:docMk/>
            <pc:sldMk cId="4085681013" sldId="267"/>
            <ac:spMk id="11" creationId="{1F7F6EA2-5AA8-AFA8-244E-445DAD1D0687}"/>
          </ac:spMkLst>
        </pc:spChg>
        <pc:spChg chg="mod">
          <ac:chgData name="佳家 余" userId="4794e03318d1ced1" providerId="LiveId" clId="{FFAC703A-B6B6-4321-AB0C-A59B7EDF14A6}" dt="2026-06-15T05:17:43.906" v="3831" actId="1076"/>
          <ac:spMkLst>
            <pc:docMk/>
            <pc:sldMk cId="4085681013" sldId="267"/>
            <ac:spMk id="12" creationId="{207283C7-FDFE-9CB5-2DF1-151C2DA3640F}"/>
          </ac:spMkLst>
        </pc:spChg>
        <pc:spChg chg="mod">
          <ac:chgData name="佳家 余" userId="4794e03318d1ced1" providerId="LiveId" clId="{FFAC703A-B6B6-4321-AB0C-A59B7EDF14A6}" dt="2026-06-15T05:18:17.320" v="3839" actId="404"/>
          <ac:spMkLst>
            <pc:docMk/>
            <pc:sldMk cId="4085681013" sldId="267"/>
            <ac:spMk id="13" creationId="{0EE48A0C-49AD-ED00-0B01-3B7D28ADF875}"/>
          </ac:spMkLst>
        </pc:spChg>
        <pc:spChg chg="mod">
          <ac:chgData name="佳家 余" userId="4794e03318d1ced1" providerId="LiveId" clId="{FFAC703A-B6B6-4321-AB0C-A59B7EDF14A6}" dt="2026-06-15T05:18:38.663" v="3845" actId="403"/>
          <ac:spMkLst>
            <pc:docMk/>
            <pc:sldMk cId="4085681013" sldId="267"/>
            <ac:spMk id="14" creationId="{95D9592D-8B44-7004-4EA1-D7D3D88116B5}"/>
          </ac:spMkLst>
        </pc:spChg>
        <pc:spChg chg="add mod">
          <ac:chgData name="佳家 余" userId="4794e03318d1ced1" providerId="LiveId" clId="{FFAC703A-B6B6-4321-AB0C-A59B7EDF14A6}" dt="2026-06-15T05:15:56.452" v="3806" actId="1076"/>
          <ac:spMkLst>
            <pc:docMk/>
            <pc:sldMk cId="4085681013" sldId="267"/>
            <ac:spMk id="16" creationId="{AD899443-80B7-D067-093A-8A35EC5DB33F}"/>
          </ac:spMkLst>
        </pc:spChg>
        <pc:spChg chg="add mod">
          <ac:chgData name="佳家 余" userId="4794e03318d1ced1" providerId="LiveId" clId="{FFAC703A-B6B6-4321-AB0C-A59B7EDF14A6}" dt="2026-06-15T05:17:22.523" v="3826" actId="14100"/>
          <ac:spMkLst>
            <pc:docMk/>
            <pc:sldMk cId="4085681013" sldId="267"/>
            <ac:spMk id="17" creationId="{7016C58E-234F-7192-B4E4-8ED923907D57}"/>
          </ac:spMkLst>
        </pc:spChg>
        <pc:spChg chg="mod">
          <ac:chgData name="佳家 余" userId="4794e03318d1ced1" providerId="LiveId" clId="{FFAC703A-B6B6-4321-AB0C-A59B7EDF14A6}" dt="2026-06-15T05:18:17.320" v="3839" actId="404"/>
          <ac:spMkLst>
            <pc:docMk/>
            <pc:sldMk cId="4085681013" sldId="267"/>
            <ac:spMk id="18" creationId="{5B71905C-5472-EA6A-AF34-FCB072FE4979}"/>
          </ac:spMkLst>
        </pc:spChg>
        <pc:spChg chg="mod">
          <ac:chgData name="佳家 余" userId="4794e03318d1ced1" providerId="LiveId" clId="{FFAC703A-B6B6-4321-AB0C-A59B7EDF14A6}" dt="2026-06-15T05:18:42.725" v="3847" actId="403"/>
          <ac:spMkLst>
            <pc:docMk/>
            <pc:sldMk cId="4085681013" sldId="267"/>
            <ac:spMk id="19" creationId="{5369A208-3D7E-A138-2902-C4F20F818A27}"/>
          </ac:spMkLst>
        </pc:spChg>
        <pc:spChg chg="mod">
          <ac:chgData name="佳家 余" userId="4794e03318d1ced1" providerId="LiveId" clId="{FFAC703A-B6B6-4321-AB0C-A59B7EDF14A6}" dt="2026-06-15T05:17:13.990" v="3824" actId="403"/>
          <ac:spMkLst>
            <pc:docMk/>
            <pc:sldMk cId="4085681013" sldId="267"/>
            <ac:spMk id="20" creationId="{56EA22BA-D01A-D73E-0C9A-F02FDD587650}"/>
          </ac:spMkLst>
        </pc:spChg>
        <pc:spChg chg="add mod">
          <ac:chgData name="佳家 余" userId="4794e03318d1ced1" providerId="LiveId" clId="{FFAC703A-B6B6-4321-AB0C-A59B7EDF14A6}" dt="2026-06-15T05:15:56.452" v="3806" actId="1076"/>
          <ac:spMkLst>
            <pc:docMk/>
            <pc:sldMk cId="4085681013" sldId="267"/>
            <ac:spMk id="21" creationId="{5C17648C-E2F9-5F7C-9323-84F1ADF4AEF4}"/>
          </ac:spMkLst>
        </pc:spChg>
        <pc:spChg chg="mod">
          <ac:chgData name="佳家 余" userId="4794e03318d1ced1" providerId="LiveId" clId="{FFAC703A-B6B6-4321-AB0C-A59B7EDF14A6}" dt="2026-06-15T05:17:39.691" v="3830" actId="1076"/>
          <ac:spMkLst>
            <pc:docMk/>
            <pc:sldMk cId="4085681013" sldId="267"/>
            <ac:spMk id="22" creationId="{E46EECA5-33A8-851A-4BEE-39D2D4C266D9}"/>
          </ac:spMkLst>
        </pc:spChg>
        <pc:spChg chg="add mod">
          <ac:chgData name="佳家 余" userId="4794e03318d1ced1" providerId="LiveId" clId="{FFAC703A-B6B6-4321-AB0C-A59B7EDF14A6}" dt="2026-06-15T05:18:17.320" v="3839" actId="404"/>
          <ac:spMkLst>
            <pc:docMk/>
            <pc:sldMk cId="4085681013" sldId="267"/>
            <ac:spMk id="23" creationId="{693538E7-A209-5351-7654-B8AD9AFF7290}"/>
          </ac:spMkLst>
        </pc:spChg>
        <pc:spChg chg="mod">
          <ac:chgData name="佳家 余" userId="4794e03318d1ced1" providerId="LiveId" clId="{FFAC703A-B6B6-4321-AB0C-A59B7EDF14A6}" dt="2026-06-15T05:18:38.663" v="3845" actId="403"/>
          <ac:spMkLst>
            <pc:docMk/>
            <pc:sldMk cId="4085681013" sldId="267"/>
            <ac:spMk id="24" creationId="{02F91356-9025-B86B-7DEE-7A6E7B732D7E}"/>
          </ac:spMkLst>
        </pc:spChg>
        <pc:spChg chg="add mod">
          <ac:chgData name="佳家 余" userId="4794e03318d1ced1" providerId="LiveId" clId="{FFAC703A-B6B6-4321-AB0C-A59B7EDF14A6}" dt="2026-06-15T05:15:56.452" v="3806" actId="1076"/>
          <ac:spMkLst>
            <pc:docMk/>
            <pc:sldMk cId="4085681013" sldId="267"/>
            <ac:spMk id="25" creationId="{C4E8184B-93FA-1BA7-D797-ED874F502366}"/>
          </ac:spMkLst>
        </pc:spChg>
        <pc:spChg chg="add mod">
          <ac:chgData name="佳家 余" userId="4794e03318d1ced1" providerId="LiveId" clId="{FFAC703A-B6B6-4321-AB0C-A59B7EDF14A6}" dt="2026-06-15T05:17:13.990" v="3824" actId="403"/>
          <ac:spMkLst>
            <pc:docMk/>
            <pc:sldMk cId="4085681013" sldId="267"/>
            <ac:spMk id="26" creationId="{3EC65172-3D08-C607-C37A-A5C7FB903153}"/>
          </ac:spMkLst>
        </pc:spChg>
        <pc:spChg chg="mod">
          <ac:chgData name="佳家 余" userId="4794e03318d1ced1" providerId="LiveId" clId="{FFAC703A-B6B6-4321-AB0C-A59B7EDF14A6}" dt="2026-06-15T05:17:34.298" v="3829" actId="14100"/>
          <ac:spMkLst>
            <pc:docMk/>
            <pc:sldMk cId="4085681013" sldId="267"/>
            <ac:spMk id="27" creationId="{59A481B1-B9D9-0017-9C1A-039841B1FFBD}"/>
          </ac:spMkLst>
        </pc:spChg>
        <pc:spChg chg="add mod">
          <ac:chgData name="佳家 余" userId="4794e03318d1ced1" providerId="LiveId" clId="{FFAC703A-B6B6-4321-AB0C-A59B7EDF14A6}" dt="2026-06-15T05:15:56.452" v="3806" actId="1076"/>
          <ac:spMkLst>
            <pc:docMk/>
            <pc:sldMk cId="4085681013" sldId="267"/>
            <ac:spMk id="28" creationId="{EF08CD64-4946-C995-6AB4-7EB9B948F776}"/>
          </ac:spMkLst>
        </pc:spChg>
        <pc:spChg chg="del">
          <ac:chgData name="佳家 余" userId="4794e03318d1ced1" providerId="LiveId" clId="{FFAC703A-B6B6-4321-AB0C-A59B7EDF14A6}" dt="2026-06-15T05:16:31.079" v="3810" actId="478"/>
          <ac:spMkLst>
            <pc:docMk/>
            <pc:sldMk cId="4085681013" sldId="267"/>
            <ac:spMk id="30" creationId="{26F9B6CC-BD42-05F5-4412-FB422EC793CD}"/>
          </ac:spMkLst>
        </pc:spChg>
        <pc:spChg chg="add mod">
          <ac:chgData name="佳家 余" userId="4794e03318d1ced1" providerId="LiveId" clId="{FFAC703A-B6B6-4321-AB0C-A59B7EDF14A6}" dt="2026-06-15T05:16:12.171" v="3808" actId="1076"/>
          <ac:spMkLst>
            <pc:docMk/>
            <pc:sldMk cId="4085681013" sldId="267"/>
            <ac:spMk id="31" creationId="{F07DFC5C-33C0-9C43-A150-54E899D6F373}"/>
          </ac:spMkLst>
        </pc:spChg>
        <pc:spChg chg="add mod">
          <ac:chgData name="佳家 余" userId="4794e03318d1ced1" providerId="LiveId" clId="{FFAC703A-B6B6-4321-AB0C-A59B7EDF14A6}" dt="2026-06-15T05:16:12.171" v="3808" actId="1076"/>
          <ac:spMkLst>
            <pc:docMk/>
            <pc:sldMk cId="4085681013" sldId="267"/>
            <ac:spMk id="32" creationId="{8C26ECD3-9F87-5E08-6569-9CD475A1CD5B}"/>
          </ac:spMkLst>
        </pc:spChg>
        <pc:spChg chg="mod">
          <ac:chgData name="佳家 余" userId="4794e03318d1ced1" providerId="LiveId" clId="{FFAC703A-B6B6-4321-AB0C-A59B7EDF14A6}" dt="2026-06-15T05:18:04.705" v="3836" actId="403"/>
          <ac:spMkLst>
            <pc:docMk/>
            <pc:sldMk cId="4085681013" sldId="267"/>
            <ac:spMk id="34" creationId="{702AE176-56C3-98A6-0ADD-05BE21DA09C7}"/>
          </ac:spMkLst>
        </pc:spChg>
        <pc:spChg chg="add mod">
          <ac:chgData name="佳家 余" userId="4794e03318d1ced1" providerId="LiveId" clId="{FFAC703A-B6B6-4321-AB0C-A59B7EDF14A6}" dt="2026-06-15T05:18:04.705" v="3836" actId="403"/>
          <ac:spMkLst>
            <pc:docMk/>
            <pc:sldMk cId="4085681013" sldId="267"/>
            <ac:spMk id="36" creationId="{E74722BF-CD50-D027-2ED5-081B0F267E98}"/>
          </ac:spMkLst>
        </pc:spChg>
        <pc:spChg chg="add mod">
          <ac:chgData name="佳家 余" userId="4794e03318d1ced1" providerId="LiveId" clId="{FFAC703A-B6B6-4321-AB0C-A59B7EDF14A6}" dt="2026-06-15T05:18:04.705" v="3836" actId="403"/>
          <ac:spMkLst>
            <pc:docMk/>
            <pc:sldMk cId="4085681013" sldId="267"/>
            <ac:spMk id="37" creationId="{3F3D7D55-D896-20A1-29ED-BE57B3D05937}"/>
          </ac:spMkLst>
        </pc:spChg>
        <pc:spChg chg="add mod">
          <ac:chgData name="佳家 余" userId="4794e03318d1ced1" providerId="LiveId" clId="{FFAC703A-B6B6-4321-AB0C-A59B7EDF14A6}" dt="2026-06-15T05:18:04.705" v="3836" actId="403"/>
          <ac:spMkLst>
            <pc:docMk/>
            <pc:sldMk cId="4085681013" sldId="267"/>
            <ac:spMk id="38" creationId="{C4CFD890-58AB-1EC7-EB9B-A5BC03EA7837}"/>
          </ac:spMkLst>
        </pc:spChg>
        <pc:spChg chg="mod">
          <ac:chgData name="佳家 余" userId="4794e03318d1ced1" providerId="LiveId" clId="{FFAC703A-B6B6-4321-AB0C-A59B7EDF14A6}" dt="2026-06-15T05:18:04.705" v="3836" actId="403"/>
          <ac:spMkLst>
            <pc:docMk/>
            <pc:sldMk cId="4085681013" sldId="267"/>
            <ac:spMk id="40" creationId="{3B47F713-874A-3ABE-00A9-BC932B67DED9}"/>
          </ac:spMkLst>
        </pc:spChg>
        <pc:spChg chg="add mod">
          <ac:chgData name="佳家 余" userId="4794e03318d1ced1" providerId="LiveId" clId="{FFAC703A-B6B6-4321-AB0C-A59B7EDF14A6}" dt="2026-06-15T05:18:04.705" v="3836" actId="403"/>
          <ac:spMkLst>
            <pc:docMk/>
            <pc:sldMk cId="4085681013" sldId="267"/>
            <ac:spMk id="41" creationId="{88A240E0-CA48-6C61-8AA4-77318613C967}"/>
          </ac:spMkLst>
        </pc:spChg>
        <pc:spChg chg="add mod">
          <ac:chgData name="佳家 余" userId="4794e03318d1ced1" providerId="LiveId" clId="{FFAC703A-B6B6-4321-AB0C-A59B7EDF14A6}" dt="2026-06-15T05:18:04.705" v="3836" actId="403"/>
          <ac:spMkLst>
            <pc:docMk/>
            <pc:sldMk cId="4085681013" sldId="267"/>
            <ac:spMk id="43" creationId="{C0B900CC-842C-957F-5C62-7B9BCE0B7EA6}"/>
          </ac:spMkLst>
        </pc:spChg>
        <pc:spChg chg="add mod">
          <ac:chgData name="佳家 余" userId="4794e03318d1ced1" providerId="LiveId" clId="{FFAC703A-B6B6-4321-AB0C-A59B7EDF14A6}" dt="2026-06-15T05:18:04.705" v="3836" actId="403"/>
          <ac:spMkLst>
            <pc:docMk/>
            <pc:sldMk cId="4085681013" sldId="267"/>
            <ac:spMk id="44" creationId="{3DB9FC18-226B-4EC6-B1EA-885E83096280}"/>
          </ac:spMkLst>
        </pc:spChg>
        <pc:spChg chg="add mod">
          <ac:chgData name="佳家 余" userId="4794e03318d1ced1" providerId="LiveId" clId="{FFAC703A-B6B6-4321-AB0C-A59B7EDF14A6}" dt="2026-06-15T05:18:04.705" v="3836" actId="403"/>
          <ac:spMkLst>
            <pc:docMk/>
            <pc:sldMk cId="4085681013" sldId="267"/>
            <ac:spMk id="50" creationId="{27E23532-56CF-B6C2-0460-8BD0AD7ED6C3}"/>
          </ac:spMkLst>
        </pc:spChg>
        <pc:spChg chg="add mod">
          <ac:chgData name="佳家 余" userId="4794e03318d1ced1" providerId="LiveId" clId="{FFAC703A-B6B6-4321-AB0C-A59B7EDF14A6}" dt="2026-06-15T05:18:04.705" v="3836" actId="403"/>
          <ac:spMkLst>
            <pc:docMk/>
            <pc:sldMk cId="4085681013" sldId="267"/>
            <ac:spMk id="51" creationId="{16A31837-5158-31C0-C34B-740629AE8A3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FAECFD-428D-4751-B25A-45A5867930E0}"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FA9E47-6CFA-4F9E-BE2C-3240596AC349}" type="slidenum">
              <a:rPr lang="zh-CN" altLang="en-US" smtClean="0"/>
              <a:t>‹#›</a:t>
            </a:fld>
            <a:endParaRPr lang="zh-CN" altLang="en-US"/>
          </a:p>
        </p:txBody>
      </p:sp>
    </p:spTree>
    <p:extLst>
      <p:ext uri="{BB962C8B-B14F-4D97-AF65-F5344CB8AC3E}">
        <p14:creationId xmlns:p14="http://schemas.microsoft.com/office/powerpoint/2010/main" val="495798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各位评委老师好，我们是来自五邑大学的 </a:t>
            </a:r>
            <a:r>
              <a:rPr lang="zh-CN" altLang="zh-CN" b="1" dirty="0"/>
              <a:t>**队</a:t>
            </a:r>
            <a:r>
              <a:rPr lang="zh-CN" altLang="zh-CN" dirty="0"/>
              <a:t>，我们本次参赛项目是 </a:t>
            </a:r>
            <a:r>
              <a:rPr lang="zh-CN" altLang="zh-CN" b="1" dirty="0"/>
              <a:t>《盲行智界：视障出行安全辅助系统》</a:t>
            </a:r>
            <a:r>
              <a:rPr lang="zh-CN" altLang="zh-CN" dirty="0"/>
              <a:t>，参赛赛道是前沿孵化赛道中的 </a:t>
            </a:r>
            <a:r>
              <a:rPr lang="zh-CN" altLang="zh-CN" b="1" dirty="0"/>
              <a:t>脑机接口与未来医疗装备赛道</a:t>
            </a:r>
            <a:r>
              <a:rPr lang="zh-CN" altLang="zh-CN" dirty="0"/>
              <a:t>。</a:t>
            </a:r>
          </a:p>
          <a:p>
            <a:r>
              <a:rPr lang="zh-CN" altLang="zh-CN" dirty="0"/>
              <a:t>我们关注的是视障人群日常出行中的安全问题。对于普通人来说，过马路、进入校园、走进医院或商场，可能只是一次很普通的出行；但对于视障人士来说，前方是否有障碍物、盲道是否被占用、车辆是否接近、遇到突发情况能否及时求助，都会直接影响他们的出行安全和独立生活能力。</a:t>
            </a:r>
          </a:p>
          <a:p>
            <a:r>
              <a:rPr lang="zh-CN" altLang="zh-CN" dirty="0"/>
              <a:t>因此，我们希望通过智能感知、多模态反馈、安全联动以及未来脑机交互拓展，设计一套更加主动、低负担、可持续孵化的视障出行安全辅助系统。</a:t>
            </a:r>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1</a:t>
            </a:fld>
            <a:endParaRPr lang="zh-CN" altLang="en-US"/>
          </a:p>
        </p:txBody>
      </p:sp>
    </p:spTree>
    <p:extLst>
      <p:ext uri="{BB962C8B-B14F-4D97-AF65-F5344CB8AC3E}">
        <p14:creationId xmlns:p14="http://schemas.microsoft.com/office/powerpoint/2010/main" val="1505499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接下来是本次汇报的主要内容。</a:t>
            </a:r>
          </a:p>
          <a:p>
            <a:r>
              <a:rPr lang="zh-CN" altLang="zh-CN" dirty="0"/>
              <a:t>我的汇报会按照“为什么做、怎么做、怎么落地”这条逻辑展开。首先，我会简要介绍团队概况，说明我们团队的专业基础和分工情况；接着从视障人群出行安全的真实痛点出发，介绍项目意义以及项目的核心创新点。</a:t>
            </a:r>
          </a:p>
          <a:p>
            <a:r>
              <a:rPr lang="zh-CN" altLang="zh-CN" dirty="0"/>
              <a:t>随后，我会重点介绍本项目的产品方案，包括产品概念图总览、系统原理与工作流程，以及产品形象和功能模拟，帮助各位评委老师直观了解“盲行智界”具体是什么、如何工作、在什么场景下发挥作用。</a:t>
            </a:r>
          </a:p>
          <a:p>
            <a:r>
              <a:rPr lang="zh-CN" altLang="zh-CN" dirty="0"/>
              <a:t>最后，我会从行业及市场前景、财务及风险、营销资源与孵化路径三个方面，说明项目后续的应用空间、推进计划和持续孵化价值。</a:t>
            </a:r>
          </a:p>
          <a:p>
            <a:r>
              <a:rPr lang="zh-CN" altLang="zh-CN" dirty="0"/>
              <a:t>整体来看，本项目不是单一导盲工具，而是围绕视障出行安全构建的一套“智能感知、多模态反馈、安全联动和未来脑机拓展”的前沿孵化方案。</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2</a:t>
            </a:fld>
            <a:endParaRPr lang="zh-CN" altLang="en-US"/>
          </a:p>
        </p:txBody>
      </p:sp>
    </p:spTree>
    <p:extLst>
      <p:ext uri="{BB962C8B-B14F-4D97-AF65-F5344CB8AC3E}">
        <p14:creationId xmlns:p14="http://schemas.microsoft.com/office/powerpoint/2010/main" val="184679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这一页主要介绍我们的团队基础和项目定位。</a:t>
            </a:r>
          </a:p>
          <a:p>
            <a:r>
              <a:rPr lang="zh-CN" altLang="zh-CN" dirty="0"/>
              <a:t>我们团队来自 </a:t>
            </a:r>
            <a:r>
              <a:rPr lang="zh-CN" altLang="zh-CN" b="1" dirty="0"/>
              <a:t>**大学</a:t>
            </a:r>
            <a:r>
              <a:rPr lang="zh-CN" altLang="zh-CN" dirty="0"/>
              <a:t>，项目方向聚焦在 </a:t>
            </a:r>
            <a:r>
              <a:rPr lang="zh-CN" altLang="zh-CN" b="1" dirty="0"/>
              <a:t>智能可穿戴辅助设备、智慧助残以及脑机交互拓展</a:t>
            </a:r>
            <a:r>
              <a:rPr lang="zh-CN" altLang="zh-CN" dirty="0"/>
              <a:t> 三个方面。之所以选择这个方向，是因为它既对应了视障人群真实的出行安全需求，也契合本赛道中脑机接口与未来医疗装备的前沿孵化定位。</a:t>
            </a:r>
          </a:p>
          <a:p>
            <a:r>
              <a:rPr lang="zh-CN" altLang="zh-CN" dirty="0"/>
              <a:t>从团队分工来看，朱同学主要负责系统方案设计、方法验证和产品规划，重点支撑项目的整体架构和核心技术路线；余同学主要负责技术路线设计、App 原型和商业计划书完善，重点支撑系统交互、应用场景和项目表达。团队成员都具备深度学习、人工智能、软件设计、脑电信号处理或自然语言处理等相关基础，这些能力可以支撑我们后续开展环境感知算法验证、系统闭环设计以及低成本样机开发。</a:t>
            </a:r>
          </a:p>
          <a:p>
            <a:r>
              <a:rPr lang="zh-CN" altLang="zh-CN" dirty="0"/>
              <a:t>所以，我们对本项目的定位是：它不是一个已经量产的成熟产品，而是一个前沿孵化项目。它的核心目标是先完成关键模块验证，逐步开发低成本样机，并在未来预留非侵入式脑机交互拓展空间。</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3</a:t>
            </a:fld>
            <a:endParaRPr lang="zh-CN" altLang="en-US"/>
          </a:p>
        </p:txBody>
      </p:sp>
    </p:spTree>
    <p:extLst>
      <p:ext uri="{BB962C8B-B14F-4D97-AF65-F5344CB8AC3E}">
        <p14:creationId xmlns:p14="http://schemas.microsoft.com/office/powerpoint/2010/main" val="2825781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这一页主要说明项目的意义和核心创新思路。</a:t>
            </a:r>
          </a:p>
          <a:p>
            <a:r>
              <a:rPr lang="zh-CN" altLang="zh-CN" dirty="0"/>
              <a:t>首先从左侧可以看到，视障人群在日常出行中面临的困难并不只是“找不到路”，更重要的是“能否安全、独立、低压力地完成出行”。传统盲杖虽然使用方便，但感知范围有限，很难识别远距离、高处或者动态障碍物；在校园、社区、医院、商场、路口等复杂场景中，盲道占用、车辆接近、台阶坑洼等风险也难以及时判断；当用户遇到迷路、跌倒或紧急停留等情况时，定位和求助往往不够及时。</a:t>
            </a:r>
          </a:p>
          <a:p>
            <a:r>
              <a:rPr lang="zh-CN" altLang="zh-CN" dirty="0"/>
              <a:t>因此，本项目的价值在于：希望帮助视障用户走得更安全、提示更低负担、求助更及时，并且系统未来可以持续升级。</a:t>
            </a:r>
          </a:p>
          <a:p>
            <a:r>
              <a:rPr lang="zh-CN" altLang="zh-CN" dirty="0"/>
              <a:t>针对这些痛点，我们提出了右侧三个创新方向。第一是多源环境感知与风险识别，通过摄像头、距离传感器、IMU 和定位信息融合，识别障碍物、车辆、台阶、坑洼和盲道偏离等风险；第二是多模态低负担反馈，通过触觉反馈腰带或腕带结合骨传导语音提示，减少对听觉和双手的占用；第三是安全联动与脑机拓展，通过手机 App 实现位置共享、一键求助和风险记录，同时预留非侵入式脑机交互接口，为后续用户状态识别和智能提醒调节提供拓展空间。</a:t>
            </a:r>
          </a:p>
          <a:p>
            <a:r>
              <a:rPr lang="zh-CN" altLang="zh-CN" dirty="0"/>
              <a:t>所以，盲行智界不是简单的导航工具，而是围绕视障出行安全构建的一套可验证、可迭代、可孵化的智能辅助系统。</a:t>
            </a:r>
            <a:br>
              <a:rPr lang="en-US" altLang="zh-CN" dirty="0"/>
            </a:br>
            <a:r>
              <a:rPr lang="zh-CN" altLang="zh-CN" dirty="0"/>
              <a:t>在明确项目意义和创新方向之后，接下来我会进一步展开说明本项目最核心的技术创新点。</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4</a:t>
            </a:fld>
            <a:endParaRPr lang="zh-CN" altLang="en-US"/>
          </a:p>
        </p:txBody>
      </p:sp>
    </p:spTree>
    <p:extLst>
      <p:ext uri="{BB962C8B-B14F-4D97-AF65-F5344CB8AC3E}">
        <p14:creationId xmlns:p14="http://schemas.microsoft.com/office/powerpoint/2010/main" val="151666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这一页是本项目的核心创新点。我们主要从三个方面展开。</a:t>
            </a:r>
          </a:p>
          <a:p>
            <a:r>
              <a:rPr lang="zh-CN" altLang="zh-CN" dirty="0"/>
              <a:t>第一个创新点是 </a:t>
            </a:r>
            <a:r>
              <a:rPr lang="zh-CN" altLang="zh-CN" b="1" dirty="0"/>
              <a:t>多源环境感知与风险识别</a:t>
            </a:r>
            <a:r>
              <a:rPr lang="zh-CN" altLang="zh-CN" dirty="0"/>
              <a:t>。传统盲杖更多依赖用户主动探测，感知范围有限，对于远距离、高处、动态车辆以及复杂路口等风险识别能力不足。针对这一问题，我们计划融合摄像头、距离传感器、IMU 姿态信息以及 GPS/北斗定位信息，结合轻量化目标检测和风险等级判断，对障碍物、车辆接近、台阶坑洼、盲道偏离等场景进行识别。这样可以让系统从“被动探测”升级为“主动预警”。</a:t>
            </a:r>
          </a:p>
          <a:p>
            <a:r>
              <a:rPr lang="zh-CN" altLang="zh-CN" dirty="0"/>
              <a:t>第二个创新点是 </a:t>
            </a:r>
            <a:r>
              <a:rPr lang="zh-CN" altLang="zh-CN" b="1" dirty="0"/>
              <a:t>多模态低负担反馈</a:t>
            </a:r>
            <a:r>
              <a:rPr lang="zh-CN" altLang="zh-CN" dirty="0"/>
              <a:t>。视障用户在出行过程中高度依赖听觉，如果设备频繁语音播报，反而可能干扰他们对车辆、人声和环境声音的判断。因此，我们采用触觉反馈腰带或腕带结合骨传导语音终端的方式，通过震动方向、频率和强度表达风险信息，再用骨传导语音补充关键提示。这样既能表达方向和风险等级，又能减少对听觉和双手的占用。</a:t>
            </a:r>
          </a:p>
          <a:p>
            <a:r>
              <a:rPr lang="zh-CN" altLang="zh-CN" dirty="0"/>
              <a:t>第三个创新点是 </a:t>
            </a:r>
            <a:r>
              <a:rPr lang="zh-CN" altLang="zh-CN" b="1" dirty="0"/>
              <a:t>安全联动与脑机拓展</a:t>
            </a:r>
            <a:r>
              <a:rPr lang="zh-CN" altLang="zh-CN" dirty="0"/>
              <a:t>。在突发危险情况下，视障用户可能难以及时描述位置或发出求助。因此，我们通过手机 App 实现位置共享、一键求助和风险记录，形成安全联动闭环。同时，项目预留耳脑电或前额脑电等非侵入式脑机交互接口，未来可以进一步探索用户注意力、紧张度和交互意图识别，使系统具备向“用户状态识别 + 智能提醒调节”升级的潜力。</a:t>
            </a:r>
          </a:p>
          <a:p>
            <a:r>
              <a:rPr lang="zh-CN" altLang="zh-CN" dirty="0"/>
              <a:t>所以，这三个创新点共同构成了本项目的技术主线：先识别环境风险，再以低负担方式提醒用户，最后通过 App 和未来脑机拓展形成更完整的人—机—环境协同辅助系统。</a:t>
            </a:r>
            <a:br>
              <a:rPr lang="en-US" altLang="zh-CN" dirty="0"/>
            </a:br>
            <a:r>
              <a:rPr lang="zh-CN" altLang="zh-CN" dirty="0"/>
              <a:t>介绍完核心创新之后，接下来我们来看这个系统具体由哪些产品模块组成，以及整体方案是如何搭建的。</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5</a:t>
            </a:fld>
            <a:endParaRPr lang="zh-CN" altLang="en-US"/>
          </a:p>
        </p:txBody>
      </p:sp>
    </p:spTree>
    <p:extLst>
      <p:ext uri="{BB962C8B-B14F-4D97-AF65-F5344CB8AC3E}">
        <p14:creationId xmlns:p14="http://schemas.microsoft.com/office/powerpoint/2010/main" val="4241558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这一页展示的是盲行智界的产品概念图和主要硬件形态。</a:t>
            </a:r>
          </a:p>
          <a:p>
            <a:r>
              <a:rPr lang="zh-CN" altLang="en-US" dirty="0"/>
              <a:t>我们借助了</a:t>
            </a:r>
            <a:r>
              <a:rPr lang="en-US" altLang="zh-CN" dirty="0"/>
              <a:t>AI</a:t>
            </a:r>
            <a:r>
              <a:rPr lang="zh-CN" altLang="en-US" dirty="0"/>
              <a:t>软件，给予对应的提示词，把生成的图片进行适合我们项目的微调。可以看到</a:t>
            </a:r>
            <a:r>
              <a:rPr lang="zh-CN" altLang="zh-CN" dirty="0"/>
              <a:t>我们采用的是组合式可穿戴方案，而不是把所有功能都集中到一个笨重设备中。左侧的整机图展示了用户实际佩戴和使用时的状态，包括眼镜夹片式感知主机、触觉反馈腰带、骨传导语音耳机、手机 App，以及未来脑机交互拓展接口。</a:t>
            </a:r>
          </a:p>
          <a:p>
            <a:r>
              <a:rPr lang="zh-CN" altLang="zh-CN" dirty="0"/>
              <a:t>其中，眼镜夹片式感知主机主要负责前方环境采集和障碍识别，它可以安装在普通眼镜或墨镜上，降低用户佩戴门槛；触觉反馈腰带主要负责方向性震动提醒，用不同位置、强度和频率表达风险方位和危险等级；骨传导语音终端用于播报关键风险信息，同时不会完全遮蔽外界声音；手机 App 则承担设备管理、路线规划、位置共享和紧急求助等功能。</a:t>
            </a:r>
          </a:p>
          <a:p>
            <a:r>
              <a:rPr lang="zh-CN" altLang="zh-CN" dirty="0"/>
              <a:t>右侧两张近景图重点展示了我们初期最核心的两个硬件模块：一个是眼镜夹片式感知主机，另一个是触觉反馈腰带。它们对应的正是项目初期最需要验证的两个能力：环境感知能力和低负担反馈能力。</a:t>
            </a:r>
          </a:p>
          <a:p>
            <a:r>
              <a:rPr lang="zh-CN" altLang="zh-CN" dirty="0"/>
              <a:t>因此，这套产品形态的设计思路是：初期先验证“感知主机 + 反馈腰带 + 手机 App”的核心闭环，后续再逐步加入骨传导语音和非侵入式脑机交互拓展模块，形成可迭代、可孵化的产品路线。</a:t>
            </a:r>
          </a:p>
          <a:p>
            <a:r>
              <a:rPr lang="zh-CN" altLang="zh-CN" dirty="0"/>
              <a:t>看完产品形态之后，接下来我会进一步说明系统是如何从环境采集、风险识别到提醒用户并触发安全联动的，也就是项目的工作原理和流程。</a:t>
            </a:r>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6</a:t>
            </a:fld>
            <a:endParaRPr lang="zh-CN" altLang="en-US"/>
          </a:p>
        </p:txBody>
      </p:sp>
    </p:spTree>
    <p:extLst>
      <p:ext uri="{BB962C8B-B14F-4D97-AF65-F5344CB8AC3E}">
        <p14:creationId xmlns:p14="http://schemas.microsoft.com/office/powerpoint/2010/main" val="2915699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这一页展示的是系统的五步工作闭环。</a:t>
            </a:r>
          </a:p>
          <a:p>
            <a:r>
              <a:rPr lang="zh-CN" altLang="zh-CN" dirty="0"/>
              <a:t>第一步是 </a:t>
            </a:r>
            <a:r>
              <a:rPr lang="zh-CN" altLang="zh-CN" b="1" dirty="0"/>
              <a:t>环境信息采集</a:t>
            </a:r>
            <a:r>
              <a:rPr lang="zh-CN" altLang="zh-CN" dirty="0"/>
              <a:t>。系统通过摄像头、距离传感器、IMU 姿态传感器以及 GPS/北斗定位模块，采集用户前方道路、障碍物、车辆、台阶、坑洼、盲道和路口等环境信息。</a:t>
            </a:r>
          </a:p>
          <a:p>
            <a:r>
              <a:rPr lang="zh-CN" altLang="zh-CN" dirty="0"/>
              <a:t>第二步是 </a:t>
            </a:r>
            <a:r>
              <a:rPr lang="zh-CN" altLang="zh-CN" b="1" dirty="0"/>
              <a:t>智能风险识别</a:t>
            </a:r>
            <a:r>
              <a:rPr lang="zh-CN" altLang="zh-CN" dirty="0"/>
              <a:t>。系统会对采集到的信息进行目标检测、距离判断和场景识别，判断当前是否存在障碍物、车辆接近、台阶坑洼、盲道偏离或路口通行风险。</a:t>
            </a:r>
          </a:p>
          <a:p>
            <a:r>
              <a:rPr lang="zh-CN" altLang="zh-CN" dirty="0"/>
              <a:t>第三步是 </a:t>
            </a:r>
            <a:r>
              <a:rPr lang="zh-CN" altLang="zh-CN" b="1" dirty="0"/>
              <a:t>风险等级决策</a:t>
            </a:r>
            <a:r>
              <a:rPr lang="zh-CN" altLang="zh-CN" dirty="0"/>
              <a:t>。系统根据障碍物类型、距离、方位以及用户运动状态，将风险划分为低风险、中风险和高风险，并生成对应的提醒策略。</a:t>
            </a:r>
          </a:p>
          <a:p>
            <a:r>
              <a:rPr lang="zh-CN" altLang="zh-CN" dirty="0"/>
              <a:t>第四步是 </a:t>
            </a:r>
            <a:r>
              <a:rPr lang="zh-CN" altLang="zh-CN" b="1" dirty="0"/>
              <a:t>多模态安全反馈</a:t>
            </a:r>
            <a:r>
              <a:rPr lang="zh-CN" altLang="zh-CN" dirty="0"/>
              <a:t>。对于普通风险，系统可以通过触觉反馈腰带或腕带进行方向震动提醒；对于需要用户明确理解的关键风险，则通过骨传导语音进行补充提示。这样既能让用户及时感知风险，又不会过度占用听觉。</a:t>
            </a:r>
          </a:p>
          <a:p>
            <a:r>
              <a:rPr lang="zh-CN" altLang="zh-CN" dirty="0"/>
              <a:t>第五步是 </a:t>
            </a:r>
            <a:r>
              <a:rPr lang="zh-CN" altLang="zh-CN" b="1" dirty="0"/>
              <a:t>App 安全联动</a:t>
            </a:r>
            <a:r>
              <a:rPr lang="zh-CN" altLang="zh-CN" dirty="0"/>
              <a:t>。当出现高风险情况，或者用户主动触发求助时，手机 App 可以发送位置共享、一键求助和紧急联系人提醒，形成出行安全闭环。</a:t>
            </a:r>
            <a:br>
              <a:rPr lang="en-US" altLang="zh-CN" dirty="0"/>
            </a:br>
            <a:r>
              <a:rPr lang="zh-CN" altLang="zh-CN" dirty="0"/>
              <a:t>在明确系统工作流程之后，下面我们通过具体产品形象和功能模拟，进一步展示用户在真实出行场景中如何使用这套系统。</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7</a:t>
            </a:fld>
            <a:endParaRPr lang="zh-CN" altLang="en-US"/>
          </a:p>
        </p:txBody>
      </p:sp>
    </p:spTree>
    <p:extLst>
      <p:ext uri="{BB962C8B-B14F-4D97-AF65-F5344CB8AC3E}">
        <p14:creationId xmlns:p14="http://schemas.microsoft.com/office/powerpoint/2010/main" val="3227789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我们再回到刚才的概念图，进一步介绍一下这套产品的典型功能模拟</a:t>
            </a:r>
            <a:endParaRPr lang="en-US" altLang="zh-CN" dirty="0"/>
          </a:p>
          <a:p>
            <a:r>
              <a:rPr lang="zh-CN" altLang="zh-CN" dirty="0"/>
              <a:t>右侧展示的是三个典型使用场景。第一个是障碍避让场景，当系统检测到前方 2.5 米存在障碍物时，会判断当前风险，并通过腰带左侧震动和语音提示“请向左避让”，帮助用户及时绕行。第二个是路口提醒场景，当系统检测到车辆接近或路口环境复杂时，会通过高频震动和骨传导语音提示用户暂停通行，降低过街风险。第三个是紧急求助场景，当用户长时间停留或主动触发求助时，手机 App 可以自动发送定位信息和紧急提醒给联系人。</a:t>
            </a:r>
            <a:endParaRPr lang="en-US" altLang="zh-CN" dirty="0"/>
          </a:p>
          <a:p>
            <a:r>
              <a:rPr lang="zh-CN" altLang="en-US" dirty="0"/>
              <a:t>所以，我们设计的产品，</a:t>
            </a:r>
            <a:r>
              <a:rPr lang="zh-CN" altLang="zh-CN" dirty="0"/>
              <a:t>并不是单一硬件，而是通过“识别风险—判断等级—反馈提醒—安全联动”的方式，把视障出行中的关键风险转化为用户能够感知、理解和响应的信息。</a:t>
            </a:r>
            <a:br>
              <a:rPr lang="en-US" altLang="zh-CN" dirty="0"/>
            </a:br>
            <a:r>
              <a:rPr lang="zh-CN" altLang="zh-CN" dirty="0"/>
              <a:t>在明确产品形态和功能模拟之后，接下来我们再看这个项目面向的用户群体、应用场景以及未来市场前景。</a:t>
            </a:r>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8</a:t>
            </a:fld>
            <a:endParaRPr lang="zh-CN" altLang="en-US"/>
          </a:p>
        </p:txBody>
      </p:sp>
    </p:spTree>
    <p:extLst>
      <p:ext uri="{BB962C8B-B14F-4D97-AF65-F5344CB8AC3E}">
        <p14:creationId xmlns:p14="http://schemas.microsoft.com/office/powerpoint/2010/main" val="17115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这一页主要说明项目的目标用户、应用场景和后续产业落点。</a:t>
            </a:r>
          </a:p>
          <a:p>
            <a:r>
              <a:rPr lang="zh-CN" altLang="zh-CN" dirty="0"/>
              <a:t>首先从左侧目标用户来看，盲行智界的直接服务对象是视障人士及低视力人群，他们最核心的需求是独立出行、安全提醒和紧急求助。同时，家庭成员和监护人也是重要服务对象，他们更关注位置共享、远程协助和安全看护。除此之外，特殊教育学校、康复机构、残联、社区服务中心和公益组织，也可以作为项目早期试点和推广的重要合作对象。</a:t>
            </a:r>
          </a:p>
          <a:p>
            <a:r>
              <a:rPr lang="zh-CN" altLang="zh-CN" dirty="0"/>
              <a:t>中间部分展示的是应用场景矩阵。视障出行并不是单一场景问题，而是覆盖校园通勤、社区出行、道路过街、医院就诊、地铁换乘和商场购物等高频场景。这些场景共同特点是人流复杂、障碍物变化快、安全需求明确，也正适合我们通过智能感知和低负担反馈进行辅助。</a:t>
            </a:r>
          </a:p>
          <a:p>
            <a:r>
              <a:rPr lang="zh-CN" altLang="zh-CN" dirty="0"/>
              <a:t>右侧是市场机会和产业落点。我们把项目发展分为三个阶段：近期主要面向机构试点和公益助残，通过特殊教育学校、康复机构等场景验证产品可用性；中期可向智能辅具和可穿戴设备方向拓展，形成低成本样机迭代和个性化适配服务；长期则可以结合脑机交互拓展和无障碍数据服务，探索智慧社区、无障碍出行平台和未来医疗电子装备等更大的应用空间。</a:t>
            </a:r>
          </a:p>
          <a:p>
            <a:r>
              <a:rPr lang="zh-CN" altLang="en-US" dirty="0"/>
              <a:t>我们的</a:t>
            </a:r>
            <a:r>
              <a:rPr lang="zh-CN" altLang="zh-CN" dirty="0"/>
              <a:t>切入逻辑是：先从真实、高频、可验证的视障出行刚需切入，再逐步拓展到智慧助残、智能可穿戴和未来脑机交互融合应用。</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9</a:t>
            </a:fld>
            <a:endParaRPr lang="zh-CN" altLang="en-US"/>
          </a:p>
        </p:txBody>
      </p:sp>
    </p:spTree>
    <p:extLst>
      <p:ext uri="{BB962C8B-B14F-4D97-AF65-F5344CB8AC3E}">
        <p14:creationId xmlns:p14="http://schemas.microsoft.com/office/powerpoint/2010/main" val="3157368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这一页主要说明项目的资金使用逻辑和风险控制思路。</a:t>
            </a:r>
          </a:p>
          <a:p>
            <a:r>
              <a:rPr lang="zh-CN" altLang="zh-CN" dirty="0"/>
              <a:t>首先看左侧的资金使用逻辑。由于盲行智界目前处于前沿孵化阶段，我们现阶段不做大规模市场投放，而是坚持“小额投入、分阶段验证、优先核心模块”的原则。资金主要用于四个方面：第一是硬件模块，包括摄像头、距离传感器、IMU 和震动马达等核心器件；第二是软件与算法，包括目标检测、风险判断和 App 原型；第三是样机与测试，包括佩戴结构、系统联调和场景测试；第四是成果沉淀，包括软著、专利、测试报告和路演材料。</a:t>
            </a:r>
          </a:p>
          <a:p>
            <a:r>
              <a:rPr lang="zh-CN" altLang="zh-CN" dirty="0"/>
              <a:t>从财务节奏上，我们计划先在 0 到 6 个月完成验证原型，6 到 12 个月完成低成本样机，12 个月以后再推进试点与合作。也就是说，项目不是一开始就追求商业收入，而是先把核心功能验证扎实，再逐步形成应用价值和商业闭环。</a:t>
            </a:r>
          </a:p>
          <a:p>
            <a:r>
              <a:rPr lang="zh-CN" altLang="zh-CN" dirty="0"/>
              <a:t>右侧是风险控制。项目主要面临四类风险：技术风险、产品风险、场景风险和合规风险。针对技术风险，我们通过多源感知融合和风险分级验证降低误报漏报；针对产品风险，通过轻量化结构和用户体验测试优化佩戴感；针对场景风险，先从校园、社区等相对可控场景试点，再逐步扩展到复杂路口；针对合规风险，尤其是定位数据和未来脑机数据，我们会坚持授权采集、数据最小化和隐私保护。</a:t>
            </a:r>
          </a:p>
          <a:p>
            <a:r>
              <a:rPr lang="zh-CN" altLang="zh-CN" dirty="0"/>
              <a:t>总体来说，我们的策略是：先控制场景，后复杂拓展；先验证核心模块，后推进产品化，确保项目在技术、资金和合规上都具备可持续推进的基础。</a:t>
            </a:r>
            <a:endParaRPr lang="en-US" altLang="zh-CN" dirty="0"/>
          </a:p>
          <a:p>
            <a:r>
              <a:rPr lang="zh-CN" altLang="zh-CN" dirty="0"/>
              <a:t>在明确财务投入和风险控制之后，最后我会介绍项目后续的营销路径、资源导入方式和孵化推进计划。</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10</a:t>
            </a:fld>
            <a:endParaRPr lang="zh-CN" altLang="en-US"/>
          </a:p>
        </p:txBody>
      </p:sp>
    </p:spTree>
    <p:extLst>
      <p:ext uri="{BB962C8B-B14F-4D97-AF65-F5344CB8AC3E}">
        <p14:creationId xmlns:p14="http://schemas.microsoft.com/office/powerpoint/2010/main" val="1791968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这一页主要说明项目后续如何推进落地，以及我们需要哪些资源来支撑持续孵化。</a:t>
            </a:r>
          </a:p>
          <a:p>
            <a:r>
              <a:rPr lang="zh-CN" altLang="zh-CN" dirty="0"/>
              <a:t>首先看左侧的营销路径。我们不会一开始就直接面向大规模个人市场，而是采取“先机构试点、后个人推广”的策略。第一阶段主要选择校园、社区、康复机构等相对可控场景，进行小范围测试和用户反馈收集；第二阶段面向特殊教育学校、残联辅具适配单位、社区服务中心和公益组织进行机构推广；第三阶段在产品功能和用户体验逐步成熟后，再拓展到个人用户和公共服务场景，通过线上传播和线下体验结合的方式扩大影响力。</a:t>
            </a:r>
          </a:p>
          <a:p>
            <a:r>
              <a:rPr lang="zh-CN" altLang="zh-CN" dirty="0"/>
              <a:t>中间是项目所需的资源支撑。作为前沿孵化项目，我们后续需要整合导师指导、实验平台、创新创业平台、公益助残资源、校企合作和知识产权布局等多方面资源。其中，导师和实验平台主要支撑技术路线与样机开发；公益助残资源和合作机构主要帮助我们获取真实用户反馈和试点场景；知识产权和成果沉淀则用于支撑后续竞赛、孵化和合作申报。</a:t>
            </a:r>
          </a:p>
          <a:p>
            <a:r>
              <a:rPr lang="zh-CN" altLang="zh-CN" dirty="0"/>
              <a:t>右侧是孵化路径。项目将按照“验证—样机—试点—拓展”的步骤推进。第一步完成需求分析、系统架构和功能流程验证；第二步开发眼镜夹片、触觉反馈、骨传导语音和 App 联动样机；第三步在校园、社区、康复机构等典型场景中进行试点优化；第四步推进知识产权、公益合作、校企对接和脑机交互拓展验证。</a:t>
            </a:r>
          </a:p>
          <a:p>
            <a:r>
              <a:rPr lang="zh-CN" altLang="zh-CN" dirty="0"/>
              <a:t>总体来看，</a:t>
            </a:r>
            <a:r>
              <a:rPr lang="zh-CN" altLang="en-US" dirty="0"/>
              <a:t>我们的</a:t>
            </a:r>
            <a:r>
              <a:rPr lang="zh-CN" altLang="zh-CN" dirty="0"/>
              <a:t>项目的推进思路是：用营销路径打开试点入口，用资源支撑完成关键验证，再通过分阶段孵化推动项目持续落地。</a:t>
            </a:r>
          </a:p>
          <a:p>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11</a:t>
            </a:fld>
            <a:endParaRPr lang="zh-CN" altLang="en-US"/>
          </a:p>
        </p:txBody>
      </p:sp>
    </p:spTree>
    <p:extLst>
      <p:ext uri="{BB962C8B-B14F-4D97-AF65-F5344CB8AC3E}">
        <p14:creationId xmlns:p14="http://schemas.microsoft.com/office/powerpoint/2010/main" val="1402616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以上就是我们项目的整体汇报。盲行智界希望通过智能感知、多模态反馈、安全联动和未来脑机交互拓展，让视障人士的出行更安全、更独立，也让智慧助残装备具备更强的前沿孵化价值。谢谢各位评委老师。</a:t>
            </a:r>
            <a:endParaRPr lang="zh-CN" altLang="en-US" dirty="0"/>
          </a:p>
        </p:txBody>
      </p:sp>
      <p:sp>
        <p:nvSpPr>
          <p:cNvPr id="4" name="灯片编号占位符 3"/>
          <p:cNvSpPr>
            <a:spLocks noGrp="1"/>
          </p:cNvSpPr>
          <p:nvPr>
            <p:ph type="sldNum" sz="quarter" idx="5"/>
          </p:nvPr>
        </p:nvSpPr>
        <p:spPr/>
        <p:txBody>
          <a:bodyPr/>
          <a:lstStyle/>
          <a:p>
            <a:fld id="{C1FA9E47-6CFA-4F9E-BE2C-3240596AC349}" type="slidenum">
              <a:rPr lang="zh-CN" altLang="en-US" smtClean="0"/>
              <a:t>12</a:t>
            </a:fld>
            <a:endParaRPr lang="zh-CN" altLang="en-US"/>
          </a:p>
        </p:txBody>
      </p:sp>
    </p:spTree>
    <p:extLst>
      <p:ext uri="{BB962C8B-B14F-4D97-AF65-F5344CB8AC3E}">
        <p14:creationId xmlns:p14="http://schemas.microsoft.com/office/powerpoint/2010/main" val="2718015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66C8A-EE91-C6DC-D5C5-CB3DB07646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C3177B9-6078-7378-459B-793DFC8F5F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9F5BEBE-8372-9C18-C766-096EC6270FA6}"/>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FE5DFA24-7E90-485B-0F37-60B3C614CC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B6CCE09-7B5D-3EC8-89B5-83C268C2715F}"/>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126538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B92F3D-73E4-9D1C-63DC-7E5B60C319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A8D8B8-05F0-B8F1-630E-36428C225D5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E44B67E-C97A-48ED-1ECA-1A913A18E732}"/>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3E89031D-5676-355E-1123-6835BE44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DAC45B-917D-C91D-024F-2463CB696568}"/>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676491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E4B94-58E5-F98D-E0D1-7D24CF24314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4BF7BC9-2997-E690-62E9-848135DF2B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FC44EB9-1B03-FFA5-0C56-A5F4F390496F}"/>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D717D235-3EE7-CD27-771A-C9D905BF0C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6EACEA-C805-DD42-C8E4-CF73F0C56F6E}"/>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341270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E332D5-F5D8-43A0-811E-364ABC0DC07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208A21A-0298-22CD-CC46-02F095A30E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1512AB0-EC3D-8930-656E-FC30D793561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430EAF0-2875-0CA7-C51D-D88ABAA73B1B}"/>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6" name="页脚占位符 5">
            <a:extLst>
              <a:ext uri="{FF2B5EF4-FFF2-40B4-BE49-F238E27FC236}">
                <a16:creationId xmlns:a16="http://schemas.microsoft.com/office/drawing/2014/main" id="{A8389019-575B-3BF3-E041-3589EA8A22B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34FDD5D-CC1E-A1E1-18DA-BF6B98FAF6D1}"/>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2644230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19751-A397-CE32-8D4F-4E36FAD58AB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0AA6FB2-A3BE-0C4F-8048-2BCB1E74C6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8E290CA-3BB9-8671-31C1-2A805F5F54B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8DAB806-1371-9A91-74AF-8034DF2423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B99FB17-5F94-6250-09A7-E322F9B7932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84618E5-3B28-2400-E44F-F627AFD7B6CB}"/>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8" name="页脚占位符 7">
            <a:extLst>
              <a:ext uri="{FF2B5EF4-FFF2-40B4-BE49-F238E27FC236}">
                <a16:creationId xmlns:a16="http://schemas.microsoft.com/office/drawing/2014/main" id="{69512918-7149-3C8F-0A64-31F2F774391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94BB2E-B676-3909-0975-B4A32D9AD71D}"/>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2241282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内页">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950D0E-942B-798A-1619-EFD74555DB4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99DF2CD-258C-5B34-CBE9-7DD53FBC0711}"/>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4" name="页脚占位符 3">
            <a:extLst>
              <a:ext uri="{FF2B5EF4-FFF2-40B4-BE49-F238E27FC236}">
                <a16:creationId xmlns:a16="http://schemas.microsoft.com/office/drawing/2014/main" id="{2F3D46B5-7DE8-B4AF-3CB2-5635446C4CF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171CDDA-58C7-C470-77E8-4CBA0E2F4863}"/>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380161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封面">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C5CA24-5B9E-D675-79DF-82080ECFF5D7}"/>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3" name="页脚占位符 2">
            <a:extLst>
              <a:ext uri="{FF2B5EF4-FFF2-40B4-BE49-F238E27FC236}">
                <a16:creationId xmlns:a16="http://schemas.microsoft.com/office/drawing/2014/main" id="{F0D35B72-4619-7EFC-76F0-F35CDF0CB17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5362A8A-16B9-C86B-AD2A-636B5CF7B00E}"/>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71052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AD6BA-61F4-025C-0097-A57CEAFBD7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04885C5-8833-5619-D3BD-F828C9A64F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D08FDB-EC40-2B18-408F-E710528EB6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1A6A530-61CA-7A6A-1220-E4B5FB6E5FAD}"/>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6" name="页脚占位符 5">
            <a:extLst>
              <a:ext uri="{FF2B5EF4-FFF2-40B4-BE49-F238E27FC236}">
                <a16:creationId xmlns:a16="http://schemas.microsoft.com/office/drawing/2014/main" id="{6E2C476A-5279-AB9B-89C2-1A76035651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7CDD12-08BC-0B31-8353-5651CEA4D5FD}"/>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653992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E16B25-C69B-8BA3-B49B-A5957E86CD1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6108468-B3DE-DACA-D49D-F0782D80A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0E76020-B2DE-E042-C6BB-B034BEE7C1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BC7F7FC-F44C-EB56-3207-155E95B94103}"/>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6" name="页脚占位符 5">
            <a:extLst>
              <a:ext uri="{FF2B5EF4-FFF2-40B4-BE49-F238E27FC236}">
                <a16:creationId xmlns:a16="http://schemas.microsoft.com/office/drawing/2014/main" id="{ED324B37-90EE-47A6-F4BA-2F61CDF797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B2F432-A0F0-9EA9-2372-46FD94D334E0}"/>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1112940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A0D9E5-BFA5-EC92-A994-14A8DDE47C5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43AB36-C3CC-5DC8-285C-36552C4E2C5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42D6355-165D-D325-2725-E9E76457EF03}"/>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455E6171-8923-27E7-6DF6-C8C51C8623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B84C89-7D6B-C1EA-75C3-3E45D5376868}"/>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3228417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179E563-0050-E66B-AF91-F3F75457F90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DA5900B-A0D6-6031-ECC8-D61F904454B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18A426-6640-AEE6-A79F-57F4382F2913}"/>
              </a:ext>
            </a:extLst>
          </p:cNvPr>
          <p:cNvSpPr>
            <a:spLocks noGrp="1"/>
          </p:cNvSpPr>
          <p:nvPr>
            <p:ph type="dt" sz="half" idx="10"/>
          </p:nvPr>
        </p:nvSpPr>
        <p:spPr/>
        <p:txBody>
          <a:bodyPr/>
          <a:lstStyle/>
          <a:p>
            <a:fld id="{984C5F60-133A-4A8E-B3BF-E5EC35BF7E87}"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885E5A70-5B10-16E2-29E8-A7F998454E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541355-108C-FB00-F103-06425F2AC246}"/>
              </a:ext>
            </a:extLst>
          </p:cNvPr>
          <p:cNvSpPr>
            <a:spLocks noGrp="1"/>
          </p:cNvSpPr>
          <p:nvPr>
            <p:ph type="sldNum" sz="quarter" idx="12"/>
          </p:nvPr>
        </p:nvSpPr>
        <p:spPr/>
        <p:txBody>
          <a:body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931750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EC856F-74DC-2C11-824D-DA9D4382A5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5B5A4D4-1764-529E-EFD4-C9EF8DC37A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176591-26E1-0504-5278-DE9F72779B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4C5F60-133A-4A8E-B3BF-E5EC35BF7E87}"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003F41B3-0A23-1EB4-D893-EF889985D8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C8739D4-4413-0EBF-E9D5-A73C27EF82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FBD4B-3390-4C12-A33C-74ED6B1DD866}" type="slidenum">
              <a:rPr lang="zh-CN" altLang="en-US" smtClean="0"/>
              <a:t>‹#›</a:t>
            </a:fld>
            <a:endParaRPr lang="zh-CN" altLang="en-US"/>
          </a:p>
        </p:txBody>
      </p:sp>
    </p:spTree>
    <p:extLst>
      <p:ext uri="{BB962C8B-B14F-4D97-AF65-F5344CB8AC3E}">
        <p14:creationId xmlns:p14="http://schemas.microsoft.com/office/powerpoint/2010/main" val="2327663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DE0A92-ABB4-49A6-82E6-87FBDF66404F}"/>
              </a:ext>
            </a:extLst>
          </p:cNvPr>
          <p:cNvSpPr>
            <a:spLocks noGrp="1"/>
          </p:cNvSpPr>
          <p:nvPr>
            <p:ph type="ctrTitle"/>
          </p:nvPr>
        </p:nvSpPr>
        <p:spPr>
          <a:xfrm>
            <a:off x="1723534" y="1913641"/>
            <a:ext cx="8744932" cy="955471"/>
          </a:xfrm>
        </p:spPr>
        <p:txBody>
          <a:bodyPr>
            <a:normAutofit/>
          </a:bodyPr>
          <a:lstStyle/>
          <a:p>
            <a:r>
              <a:rPr lang="zh-CN" altLang="en-US" sz="4400" b="1" dirty="0">
                <a:solidFill>
                  <a:schemeClr val="accent1">
                    <a:lumMod val="50000"/>
                  </a:schemeClr>
                </a:solidFill>
                <a:latin typeface="宋体" panose="02010600030101010101" pitchFamily="2" charset="-122"/>
                <a:ea typeface="宋体" panose="02010600030101010101" pitchFamily="2" charset="-122"/>
              </a:rPr>
              <a:t>盲行智界：视障出行安全辅助系统</a:t>
            </a:r>
          </a:p>
        </p:txBody>
      </p:sp>
      <p:sp>
        <p:nvSpPr>
          <p:cNvPr id="4" name="文本框 3">
            <a:extLst>
              <a:ext uri="{FF2B5EF4-FFF2-40B4-BE49-F238E27FC236}">
                <a16:creationId xmlns:a16="http://schemas.microsoft.com/office/drawing/2014/main" id="{9DDFD71A-7017-93D0-DB6B-610AF0CBD094}"/>
              </a:ext>
            </a:extLst>
          </p:cNvPr>
          <p:cNvSpPr txBox="1"/>
          <p:nvPr/>
        </p:nvSpPr>
        <p:spPr>
          <a:xfrm>
            <a:off x="2680317" y="5912241"/>
            <a:ext cx="11010900" cy="46166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前沿孵化赛道</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脑机接口与未来医疗装备赛道</a:t>
            </a:r>
          </a:p>
        </p:txBody>
      </p:sp>
      <p:sp>
        <p:nvSpPr>
          <p:cNvPr id="7" name="文本框 6">
            <a:extLst>
              <a:ext uri="{FF2B5EF4-FFF2-40B4-BE49-F238E27FC236}">
                <a16:creationId xmlns:a16="http://schemas.microsoft.com/office/drawing/2014/main" id="{B43D5741-73C0-8638-6E27-E8EFAD04BBB5}"/>
              </a:ext>
            </a:extLst>
          </p:cNvPr>
          <p:cNvSpPr txBox="1"/>
          <p:nvPr/>
        </p:nvSpPr>
        <p:spPr>
          <a:xfrm>
            <a:off x="4269390" y="3136612"/>
            <a:ext cx="3653220" cy="584775"/>
          </a:xfrm>
          <a:prstGeom prst="rect">
            <a:avLst/>
          </a:prstGeom>
          <a:noFill/>
        </p:spPr>
        <p:txBody>
          <a:bodyPr wrap="square" rtlCol="0">
            <a:spAutoFit/>
          </a:bodyPr>
          <a:lstStyle/>
          <a:p>
            <a:r>
              <a:rPr lang="zh-CN" altLang="en-US" sz="3200" b="1" dirty="0">
                <a:solidFill>
                  <a:schemeClr val="accent1">
                    <a:lumMod val="50000"/>
                  </a:schemeClr>
                </a:solidFill>
                <a:latin typeface="宋体" panose="02010600030101010101" pitchFamily="2" charset="-122"/>
                <a:ea typeface="宋体" panose="02010600030101010101" pitchFamily="2" charset="-122"/>
              </a:rPr>
              <a:t>队伍名称： </a:t>
            </a:r>
            <a:r>
              <a:rPr lang="en-US" altLang="zh-CN" sz="3200" b="1" dirty="0">
                <a:solidFill>
                  <a:schemeClr val="accent1">
                    <a:lumMod val="50000"/>
                  </a:schemeClr>
                </a:solidFill>
                <a:latin typeface="宋体" panose="02010600030101010101" pitchFamily="2" charset="-122"/>
                <a:ea typeface="宋体" panose="02010600030101010101" pitchFamily="2" charset="-122"/>
              </a:rPr>
              <a:t>**</a:t>
            </a:r>
            <a:r>
              <a:rPr lang="zh-CN" altLang="en-US" sz="3200" b="1" dirty="0">
                <a:solidFill>
                  <a:schemeClr val="accent1">
                    <a:lumMod val="50000"/>
                  </a:schemeClr>
                </a:solidFill>
                <a:latin typeface="宋体" panose="02010600030101010101" pitchFamily="2" charset="-122"/>
                <a:ea typeface="宋体" panose="02010600030101010101" pitchFamily="2" charset="-122"/>
              </a:rPr>
              <a:t>队</a:t>
            </a:r>
          </a:p>
        </p:txBody>
      </p:sp>
      <p:sp>
        <p:nvSpPr>
          <p:cNvPr id="8" name="文本框 7">
            <a:extLst>
              <a:ext uri="{FF2B5EF4-FFF2-40B4-BE49-F238E27FC236}">
                <a16:creationId xmlns:a16="http://schemas.microsoft.com/office/drawing/2014/main" id="{F28F9467-B8DB-2663-25F8-321AF2C81DB0}"/>
              </a:ext>
            </a:extLst>
          </p:cNvPr>
          <p:cNvSpPr txBox="1"/>
          <p:nvPr/>
        </p:nvSpPr>
        <p:spPr>
          <a:xfrm>
            <a:off x="3671215" y="3988887"/>
            <a:ext cx="6313293" cy="584775"/>
          </a:xfrm>
          <a:prstGeom prst="rect">
            <a:avLst/>
          </a:prstGeom>
          <a:noFill/>
        </p:spPr>
        <p:txBody>
          <a:bodyPr wrap="square" rtlCol="0">
            <a:spAutoFit/>
          </a:bodyPr>
          <a:lstStyle/>
          <a:p>
            <a:r>
              <a:rPr lang="zh-CN" altLang="en-US" sz="3200" b="1" dirty="0">
                <a:solidFill>
                  <a:schemeClr val="accent1">
                    <a:lumMod val="50000"/>
                  </a:schemeClr>
                </a:solidFill>
                <a:latin typeface="宋体" panose="02010600030101010101" pitchFamily="2" charset="-122"/>
                <a:ea typeface="宋体" panose="02010600030101010101" pitchFamily="2" charset="-122"/>
              </a:rPr>
              <a:t>参赛人员：朱</a:t>
            </a:r>
            <a:r>
              <a:rPr lang="en-US" altLang="zh-CN" sz="3200" b="1" dirty="0">
                <a:solidFill>
                  <a:schemeClr val="accent1">
                    <a:lumMod val="50000"/>
                  </a:schemeClr>
                </a:solidFill>
                <a:latin typeface="宋体" panose="02010600030101010101" pitchFamily="2" charset="-122"/>
                <a:ea typeface="宋体" panose="02010600030101010101" pitchFamily="2" charset="-122"/>
              </a:rPr>
              <a:t>**</a:t>
            </a:r>
            <a:r>
              <a:rPr lang="zh-CN" altLang="en-US" sz="3200" b="1" dirty="0">
                <a:solidFill>
                  <a:schemeClr val="accent1">
                    <a:lumMod val="50000"/>
                  </a:schemeClr>
                </a:solidFill>
                <a:latin typeface="宋体" panose="02010600030101010101" pitchFamily="2" charset="-122"/>
                <a:ea typeface="宋体" panose="02010600030101010101" pitchFamily="2" charset="-122"/>
              </a:rPr>
              <a:t>、余</a:t>
            </a:r>
            <a:r>
              <a:rPr lang="en-US" altLang="zh-CN" sz="3200" b="1" dirty="0">
                <a:solidFill>
                  <a:schemeClr val="accent1">
                    <a:lumMod val="50000"/>
                  </a:schemeClr>
                </a:solidFill>
                <a:latin typeface="宋体" panose="02010600030101010101" pitchFamily="2" charset="-122"/>
                <a:ea typeface="宋体" panose="02010600030101010101" pitchFamily="2" charset="-122"/>
              </a:rPr>
              <a:t>**</a:t>
            </a:r>
            <a:r>
              <a:rPr lang="zh-CN" altLang="en-US" sz="3200" b="1" dirty="0">
                <a:solidFill>
                  <a:schemeClr val="accent1">
                    <a:lumMod val="50000"/>
                  </a:schemeClr>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753625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0FF6E-509D-EC6B-7A1D-C6EAA825DCF5}"/>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目录</a:t>
            </a:r>
          </a:p>
        </p:txBody>
      </p:sp>
      <p:sp>
        <p:nvSpPr>
          <p:cNvPr id="3" name="内容占位符 2">
            <a:extLst>
              <a:ext uri="{FF2B5EF4-FFF2-40B4-BE49-F238E27FC236}">
                <a16:creationId xmlns:a16="http://schemas.microsoft.com/office/drawing/2014/main" id="{4BBCA628-C5AB-751F-FCC9-CDAC971958FD}"/>
              </a:ext>
            </a:extLst>
          </p:cNvPr>
          <p:cNvSpPr>
            <a:spLocks noGrp="1"/>
          </p:cNvSpPr>
          <p:nvPr>
            <p:ph idx="1"/>
          </p:nvPr>
        </p:nvSpPr>
        <p:spPr/>
        <p:txBody>
          <a:bodyPr>
            <a:normAutofit lnSpcReduction="10000"/>
          </a:bodyPr>
          <a:lstStyle/>
          <a:p>
            <a:r>
              <a:rPr lang="zh-CN" altLang="en-US" dirty="0"/>
              <a:t>团队概述</a:t>
            </a:r>
            <a:endParaRPr lang="en-US" altLang="zh-CN" dirty="0"/>
          </a:p>
          <a:p>
            <a:r>
              <a:rPr lang="zh-CN" altLang="en-US" dirty="0"/>
              <a:t>项目意义及创新点</a:t>
            </a:r>
            <a:endParaRPr lang="en-US" altLang="zh-CN" dirty="0"/>
          </a:p>
          <a:p>
            <a:r>
              <a:rPr lang="zh-CN" altLang="en-US" dirty="0"/>
              <a:t>核心创新点</a:t>
            </a:r>
            <a:endParaRPr lang="en-US" altLang="zh-CN" dirty="0"/>
          </a:p>
          <a:p>
            <a:r>
              <a:rPr lang="zh-CN" altLang="en-US" dirty="0"/>
              <a:t>产品概念图总览</a:t>
            </a:r>
            <a:endParaRPr lang="en-US" altLang="zh-CN" dirty="0"/>
          </a:p>
          <a:p>
            <a:r>
              <a:rPr lang="zh-CN" altLang="en-US" dirty="0"/>
              <a:t>项目原理与工作流程</a:t>
            </a:r>
            <a:endParaRPr lang="en-US" altLang="zh-CN" dirty="0"/>
          </a:p>
          <a:p>
            <a:r>
              <a:rPr lang="zh-CN" altLang="en-US" dirty="0"/>
              <a:t>产品形象与功能模拟</a:t>
            </a:r>
            <a:endParaRPr lang="en-US" altLang="zh-CN" dirty="0"/>
          </a:p>
          <a:p>
            <a:r>
              <a:rPr lang="zh-CN" altLang="en-US" dirty="0"/>
              <a:t>行业及市场前景</a:t>
            </a:r>
            <a:endParaRPr lang="en-US" altLang="zh-CN" dirty="0"/>
          </a:p>
          <a:p>
            <a:r>
              <a:rPr lang="zh-CN" altLang="en-US" dirty="0"/>
              <a:t>财务及风险</a:t>
            </a:r>
            <a:endParaRPr lang="en-US" altLang="zh-CN" dirty="0"/>
          </a:p>
          <a:p>
            <a:r>
              <a:rPr lang="zh-CN" altLang="en-US" dirty="0"/>
              <a:t>营销、资源与孵化路径</a:t>
            </a:r>
            <a:endParaRPr lang="en-US" altLang="zh-CN" dirty="0"/>
          </a:p>
        </p:txBody>
      </p:sp>
    </p:spTree>
    <p:extLst>
      <p:ext uri="{BB962C8B-B14F-4D97-AF65-F5344CB8AC3E}">
        <p14:creationId xmlns:p14="http://schemas.microsoft.com/office/powerpoint/2010/main" val="238196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6FD1F6-BEBE-F740-7C8D-29151B07F1D0}"/>
              </a:ext>
            </a:extLst>
          </p:cNvPr>
          <p:cNvSpPr>
            <a:spLocks noGrp="1"/>
          </p:cNvSpPr>
          <p:nvPr>
            <p:ph type="title"/>
          </p:nvPr>
        </p:nvSpPr>
        <p:spPr/>
        <p:txBody>
          <a:bodyPr/>
          <a:lstStyle/>
          <a:p>
            <a:r>
              <a:rPr lang="zh-CN" altLang="en-US" dirty="0"/>
              <a:t>团队基础与项目定位</a:t>
            </a:r>
          </a:p>
        </p:txBody>
      </p:sp>
      <p:sp>
        <p:nvSpPr>
          <p:cNvPr id="3" name="内容占位符 2">
            <a:extLst>
              <a:ext uri="{FF2B5EF4-FFF2-40B4-BE49-F238E27FC236}">
                <a16:creationId xmlns:a16="http://schemas.microsoft.com/office/drawing/2014/main" id="{5342B2BB-DF35-5B8D-96CE-CF4CD01EE7D9}"/>
              </a:ext>
            </a:extLst>
          </p:cNvPr>
          <p:cNvSpPr>
            <a:spLocks noGrp="1"/>
          </p:cNvSpPr>
          <p:nvPr>
            <p:ph idx="1"/>
          </p:nvPr>
        </p:nvSpPr>
        <p:spPr>
          <a:xfrm>
            <a:off x="838200" y="1690688"/>
            <a:ext cx="9949873" cy="1499466"/>
          </a:xfrm>
        </p:spPr>
        <p:txBody>
          <a:bodyPr/>
          <a:lstStyle/>
          <a:p>
            <a:r>
              <a:rPr lang="zh-CN" altLang="zh-CN" b="1" dirty="0"/>
              <a:t>团队名称：</a:t>
            </a:r>
            <a:r>
              <a:rPr lang="en-US" altLang="zh-CN" b="1" dirty="0"/>
              <a:t>****</a:t>
            </a:r>
            <a:br>
              <a:rPr lang="zh-CN" altLang="zh-CN" dirty="0"/>
            </a:br>
            <a:r>
              <a:rPr lang="zh-CN" altLang="zh-CN" b="1" dirty="0"/>
              <a:t>所属单位：</a:t>
            </a:r>
            <a:r>
              <a:rPr lang="en-US" altLang="zh-CN" b="1" dirty="0"/>
              <a:t>**</a:t>
            </a:r>
            <a:r>
              <a:rPr lang="zh-CN" altLang="zh-CN" b="1" dirty="0"/>
              <a:t>大学</a:t>
            </a:r>
            <a:br>
              <a:rPr lang="zh-CN" altLang="zh-CN" dirty="0"/>
            </a:br>
            <a:r>
              <a:rPr lang="zh-CN" altLang="zh-CN" b="1" dirty="0"/>
              <a:t>项目方向：智能可穿戴辅助设备 / 智慧助残 / 脑机交互拓展</a:t>
            </a:r>
            <a:endParaRPr lang="zh-CN" altLang="zh-CN" dirty="0"/>
          </a:p>
          <a:p>
            <a:endParaRPr lang="zh-CN" altLang="en-US" dirty="0"/>
          </a:p>
        </p:txBody>
      </p:sp>
      <p:sp>
        <p:nvSpPr>
          <p:cNvPr id="7" name="文本框 6">
            <a:extLst>
              <a:ext uri="{FF2B5EF4-FFF2-40B4-BE49-F238E27FC236}">
                <a16:creationId xmlns:a16="http://schemas.microsoft.com/office/drawing/2014/main" id="{E94E6B86-9BB3-C1B2-EA59-3EE70F913975}"/>
              </a:ext>
            </a:extLst>
          </p:cNvPr>
          <p:cNvSpPr txBox="1"/>
          <p:nvPr/>
        </p:nvSpPr>
        <p:spPr>
          <a:xfrm>
            <a:off x="1560946" y="6488668"/>
            <a:ext cx="9070108"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项目定位：前沿孵化定位：核心模块可验证，低成本样机可开发，未来脑机交互可拓展</a:t>
            </a:r>
          </a:p>
        </p:txBody>
      </p:sp>
      <p:graphicFrame>
        <p:nvGraphicFramePr>
          <p:cNvPr id="9" name="表格 8">
            <a:extLst>
              <a:ext uri="{FF2B5EF4-FFF2-40B4-BE49-F238E27FC236}">
                <a16:creationId xmlns:a16="http://schemas.microsoft.com/office/drawing/2014/main" id="{C5B28771-3C31-C6B8-D3DC-BD347B90F098}"/>
              </a:ext>
            </a:extLst>
          </p:cNvPr>
          <p:cNvGraphicFramePr>
            <a:graphicFrameLocks noGrp="1"/>
          </p:cNvGraphicFramePr>
          <p:nvPr>
            <p:extLst>
              <p:ext uri="{D42A27DB-BD31-4B8C-83A1-F6EECF244321}">
                <p14:modId xmlns:p14="http://schemas.microsoft.com/office/powerpoint/2010/main" val="671602100"/>
              </p:ext>
            </p:extLst>
          </p:nvPr>
        </p:nvGraphicFramePr>
        <p:xfrm>
          <a:off x="1477818" y="3500582"/>
          <a:ext cx="8940801" cy="2068944"/>
        </p:xfrm>
        <a:graphic>
          <a:graphicData uri="http://schemas.openxmlformats.org/drawingml/2006/table">
            <a:tbl>
              <a:tblPr firstRow="1" bandRow="1">
                <a:tableStyleId>{5C22544A-7EE6-4342-B048-85BDC9FD1C3A}</a:tableStyleId>
              </a:tblPr>
              <a:tblGrid>
                <a:gridCol w="2980267">
                  <a:extLst>
                    <a:ext uri="{9D8B030D-6E8A-4147-A177-3AD203B41FA5}">
                      <a16:colId xmlns:a16="http://schemas.microsoft.com/office/drawing/2014/main" val="1199589780"/>
                    </a:ext>
                  </a:extLst>
                </a:gridCol>
                <a:gridCol w="2980267">
                  <a:extLst>
                    <a:ext uri="{9D8B030D-6E8A-4147-A177-3AD203B41FA5}">
                      <a16:colId xmlns:a16="http://schemas.microsoft.com/office/drawing/2014/main" val="4265981761"/>
                    </a:ext>
                  </a:extLst>
                </a:gridCol>
                <a:gridCol w="2980267">
                  <a:extLst>
                    <a:ext uri="{9D8B030D-6E8A-4147-A177-3AD203B41FA5}">
                      <a16:colId xmlns:a16="http://schemas.microsoft.com/office/drawing/2014/main" val="2014214124"/>
                    </a:ext>
                  </a:extLst>
                </a:gridCol>
              </a:tblGrid>
              <a:tr h="740146">
                <a:tc>
                  <a:txBody>
                    <a:bodyPr/>
                    <a:lstStyle/>
                    <a:p>
                      <a:pPr algn="ctr"/>
                      <a:r>
                        <a:rPr lang="zh-CN" altLang="en-US" dirty="0"/>
                        <a:t>成员</a:t>
                      </a:r>
                    </a:p>
                  </a:txBody>
                  <a:tcPr/>
                </a:tc>
                <a:tc>
                  <a:txBody>
                    <a:bodyPr/>
                    <a:lstStyle/>
                    <a:p>
                      <a:pPr algn="ctr"/>
                      <a:r>
                        <a:rPr lang="zh-CN" altLang="en-US" dirty="0"/>
                        <a:t>项目职责</a:t>
                      </a:r>
                    </a:p>
                  </a:txBody>
                  <a:tcPr/>
                </a:tc>
                <a:tc>
                  <a:txBody>
                    <a:bodyPr/>
                    <a:lstStyle/>
                    <a:p>
                      <a:pPr algn="ctr"/>
                      <a:r>
                        <a:rPr lang="zh-CN" altLang="en-US" dirty="0"/>
                        <a:t>主要基础</a:t>
                      </a:r>
                    </a:p>
                  </a:txBody>
                  <a:tcPr/>
                </a:tc>
                <a:extLst>
                  <a:ext uri="{0D108BD9-81ED-4DB2-BD59-A6C34878D82A}">
                    <a16:rowId xmlns:a16="http://schemas.microsoft.com/office/drawing/2014/main" val="4208845103"/>
                  </a:ext>
                </a:extLst>
              </a:tr>
              <a:tr h="664399">
                <a:tc>
                  <a:txBody>
                    <a:bodyPr/>
                    <a:lstStyle/>
                    <a:p>
                      <a:pPr algn="ctr"/>
                      <a:r>
                        <a:rPr lang="zh-CN" altLang="en-US" dirty="0"/>
                        <a:t>朱</a:t>
                      </a:r>
                      <a:r>
                        <a:rPr lang="en-US" altLang="zh-CN" dirty="0"/>
                        <a:t>**</a:t>
                      </a:r>
                      <a:endParaRPr lang="zh-CN" altLang="en-US" dirty="0"/>
                    </a:p>
                  </a:txBody>
                  <a:tcPr/>
                </a:tc>
                <a:tc>
                  <a:txBody>
                    <a:bodyPr/>
                    <a:lstStyle/>
                    <a:p>
                      <a:pPr algn="ctr"/>
                      <a:r>
                        <a:rPr lang="zh-CN" altLang="en-US" dirty="0"/>
                        <a:t>系统方案设计、方法验证、产品规划</a:t>
                      </a:r>
                    </a:p>
                  </a:txBody>
                  <a:tcPr/>
                </a:tc>
                <a:tc>
                  <a:txBody>
                    <a:bodyPr/>
                    <a:lstStyle/>
                    <a:p>
                      <a:pPr algn="ctr"/>
                      <a:r>
                        <a:rPr lang="zh-CN" altLang="en-US" dirty="0"/>
                        <a:t>深度学习、生成式</a:t>
                      </a:r>
                      <a:r>
                        <a:rPr lang="en-US" altLang="zh-CN" dirty="0"/>
                        <a:t>AI</a:t>
                      </a:r>
                      <a:r>
                        <a:rPr lang="zh-CN" altLang="en-US" dirty="0"/>
                        <a:t>、脑电信号处理</a:t>
                      </a:r>
                    </a:p>
                  </a:txBody>
                  <a:tcPr/>
                </a:tc>
                <a:extLst>
                  <a:ext uri="{0D108BD9-81ED-4DB2-BD59-A6C34878D82A}">
                    <a16:rowId xmlns:a16="http://schemas.microsoft.com/office/drawing/2014/main" val="1354182589"/>
                  </a:ext>
                </a:extLst>
              </a:tr>
              <a:tr h="664399">
                <a:tc>
                  <a:txBody>
                    <a:bodyPr/>
                    <a:lstStyle/>
                    <a:p>
                      <a:pPr algn="ctr"/>
                      <a:r>
                        <a:rPr lang="zh-CN" altLang="en-US" dirty="0"/>
                        <a:t>余</a:t>
                      </a:r>
                      <a:r>
                        <a:rPr lang="en-US" altLang="zh-CN" dirty="0"/>
                        <a:t>**</a:t>
                      </a:r>
                      <a:endParaRPr lang="zh-CN" altLang="en-US" dirty="0"/>
                    </a:p>
                  </a:txBody>
                  <a:tcPr/>
                </a:tc>
                <a:tc>
                  <a:txBody>
                    <a:bodyPr/>
                    <a:lstStyle/>
                    <a:p>
                      <a:pPr algn="ctr"/>
                      <a:r>
                        <a:rPr lang="zh-CN" altLang="en-US" dirty="0"/>
                        <a:t>技术路线设计、</a:t>
                      </a:r>
                      <a:r>
                        <a:rPr lang="en-US" altLang="zh-CN" dirty="0"/>
                        <a:t>APP</a:t>
                      </a:r>
                      <a:r>
                        <a:rPr lang="zh-CN" altLang="en-US" dirty="0"/>
                        <a:t>原型</a:t>
                      </a:r>
                    </a:p>
                  </a:txBody>
                  <a:tcPr/>
                </a:tc>
                <a:tc>
                  <a:txBody>
                    <a:bodyPr/>
                    <a:lstStyle/>
                    <a:p>
                      <a:pPr algn="ctr"/>
                      <a:r>
                        <a:rPr lang="zh-CN" altLang="en-US" dirty="0"/>
                        <a:t>深度学习、软件设计、脑电信号处理、自然语言处理</a:t>
                      </a:r>
                    </a:p>
                  </a:txBody>
                  <a:tcPr/>
                </a:tc>
                <a:extLst>
                  <a:ext uri="{0D108BD9-81ED-4DB2-BD59-A6C34878D82A}">
                    <a16:rowId xmlns:a16="http://schemas.microsoft.com/office/drawing/2014/main" val="3951990165"/>
                  </a:ext>
                </a:extLst>
              </a:tr>
            </a:tbl>
          </a:graphicData>
        </a:graphic>
      </p:graphicFrame>
    </p:spTree>
    <p:extLst>
      <p:ext uri="{BB962C8B-B14F-4D97-AF65-F5344CB8AC3E}">
        <p14:creationId xmlns:p14="http://schemas.microsoft.com/office/powerpoint/2010/main" val="390363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D3164E-415A-4570-7B96-4056477E0FAA}"/>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项目意义及创新点</a:t>
            </a:r>
          </a:p>
        </p:txBody>
      </p:sp>
      <p:sp>
        <p:nvSpPr>
          <p:cNvPr id="7" name="AutoShape 7">
            <a:extLst>
              <a:ext uri="{FF2B5EF4-FFF2-40B4-BE49-F238E27FC236}">
                <a16:creationId xmlns:a16="http://schemas.microsoft.com/office/drawing/2014/main" id="{5334C425-8391-B66C-0871-A3F78ECB4738}"/>
              </a:ext>
            </a:extLst>
          </p:cNvPr>
          <p:cNvSpPr/>
          <p:nvPr/>
        </p:nvSpPr>
        <p:spPr>
          <a:xfrm>
            <a:off x="919019" y="1690688"/>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感知范围有限制</a:t>
            </a:r>
          </a:p>
          <a:p>
            <a:pPr indent="0" algn="ctr">
              <a:lnSpc>
                <a:spcPct val="108333"/>
              </a:lnSpc>
              <a:spcBef>
                <a:spcPts val="800"/>
              </a:spcBef>
            </a:pPr>
            <a:r>
              <a:rPr lang="zh-CN" altLang="en-US" sz="1300" b="0" i="0" u="none" strike="noStrike" dirty="0">
                <a:solidFill>
                  <a:srgbClr val="4B5563"/>
                </a:solidFill>
                <a:latin typeface="Noto Sans SC"/>
                <a:ea typeface="Noto Sans SC"/>
                <a:cs typeface="Noto Sans SC"/>
                <a:sym typeface="Noto Sans SC"/>
              </a:rPr>
              <a:t>传统盲杖难以识别远距离、高处、动态障碍物</a:t>
            </a:r>
            <a:endParaRPr lang="en-US" sz="1300" b="0" i="0" u="none" strike="noStrike" dirty="0">
              <a:solidFill>
                <a:srgbClr val="4B5563"/>
              </a:solidFill>
              <a:latin typeface="Noto Sans SC"/>
              <a:ea typeface="Noto Sans SC"/>
              <a:cs typeface="Noto Sans SC"/>
              <a:sym typeface="Noto Sans SC"/>
            </a:endParaRPr>
          </a:p>
        </p:txBody>
      </p:sp>
      <p:sp>
        <p:nvSpPr>
          <p:cNvPr id="8" name="AutoShape 7">
            <a:extLst>
              <a:ext uri="{FF2B5EF4-FFF2-40B4-BE49-F238E27FC236}">
                <a16:creationId xmlns:a16="http://schemas.microsoft.com/office/drawing/2014/main" id="{3DF72BCD-EA44-827F-6711-A8A9885469BD}"/>
              </a:ext>
            </a:extLst>
          </p:cNvPr>
          <p:cNvSpPr/>
          <p:nvPr/>
        </p:nvSpPr>
        <p:spPr>
          <a:xfrm>
            <a:off x="919019" y="2780580"/>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复杂场景判断困难</a:t>
            </a:r>
          </a:p>
          <a:p>
            <a:pPr indent="0" algn="ctr">
              <a:lnSpc>
                <a:spcPct val="108333"/>
              </a:lnSpc>
              <a:spcBef>
                <a:spcPts val="800"/>
              </a:spcBef>
            </a:pPr>
            <a:r>
              <a:rPr lang="zh-CN" altLang="en-US" sz="1300" b="0" i="0" u="none" strike="noStrike" dirty="0">
                <a:solidFill>
                  <a:srgbClr val="4B5563"/>
                </a:solidFill>
                <a:latin typeface="Noto Sans SC"/>
                <a:ea typeface="Noto Sans SC"/>
                <a:cs typeface="Noto Sans SC"/>
                <a:sym typeface="Noto Sans SC"/>
              </a:rPr>
              <a:t>盲道占用、台阶坑洼、车辆接近、路口通行等风险难以及时判断</a:t>
            </a:r>
            <a:endParaRPr lang="en-US" sz="1300" b="0" i="0" u="none" strike="noStrike" dirty="0">
              <a:solidFill>
                <a:srgbClr val="4B5563"/>
              </a:solidFill>
              <a:latin typeface="Noto Sans SC"/>
              <a:ea typeface="Noto Sans SC"/>
              <a:cs typeface="Noto Sans SC"/>
              <a:sym typeface="Noto Sans SC"/>
            </a:endParaRPr>
          </a:p>
        </p:txBody>
      </p:sp>
      <p:sp>
        <p:nvSpPr>
          <p:cNvPr id="9" name="AutoShape 7">
            <a:extLst>
              <a:ext uri="{FF2B5EF4-FFF2-40B4-BE49-F238E27FC236}">
                <a16:creationId xmlns:a16="http://schemas.microsoft.com/office/drawing/2014/main" id="{49D110C5-5DF7-3721-8E9A-44CB13109A0F}"/>
              </a:ext>
            </a:extLst>
          </p:cNvPr>
          <p:cNvSpPr/>
          <p:nvPr/>
        </p:nvSpPr>
        <p:spPr>
          <a:xfrm>
            <a:off x="919019" y="3870472"/>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突发情况求助不便</a:t>
            </a:r>
          </a:p>
          <a:p>
            <a:pPr indent="0" algn="ctr">
              <a:lnSpc>
                <a:spcPct val="108333"/>
              </a:lnSpc>
              <a:spcBef>
                <a:spcPts val="800"/>
              </a:spcBef>
            </a:pPr>
            <a:r>
              <a:rPr lang="zh-CN" altLang="en-US" sz="1300" b="0" i="0" u="none" strike="noStrike" dirty="0">
                <a:solidFill>
                  <a:srgbClr val="4B5563"/>
                </a:solidFill>
                <a:latin typeface="Noto Sans SC"/>
                <a:ea typeface="Noto Sans SC"/>
                <a:cs typeface="Noto Sans SC"/>
                <a:sym typeface="Noto Sans SC"/>
              </a:rPr>
              <a:t>迷路、跌倒、紧张停留等场景下，定位与求助响应不及时</a:t>
            </a:r>
            <a:endParaRPr lang="en-US" sz="1300" b="0" i="0" u="none" strike="noStrike" dirty="0">
              <a:solidFill>
                <a:srgbClr val="4B5563"/>
              </a:solidFill>
              <a:latin typeface="Noto Sans SC"/>
              <a:ea typeface="Noto Sans SC"/>
              <a:cs typeface="Noto Sans SC"/>
              <a:sym typeface="Noto Sans SC"/>
            </a:endParaRPr>
          </a:p>
        </p:txBody>
      </p:sp>
      <p:sp>
        <p:nvSpPr>
          <p:cNvPr id="10" name="AutoShape 7">
            <a:extLst>
              <a:ext uri="{FF2B5EF4-FFF2-40B4-BE49-F238E27FC236}">
                <a16:creationId xmlns:a16="http://schemas.microsoft.com/office/drawing/2014/main" id="{85180E7A-E024-FBD6-1508-179646FA214A}"/>
              </a:ext>
            </a:extLst>
          </p:cNvPr>
          <p:cNvSpPr/>
          <p:nvPr/>
        </p:nvSpPr>
        <p:spPr>
          <a:xfrm>
            <a:off x="838200" y="5092993"/>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项目价值</a:t>
            </a:r>
          </a:p>
          <a:p>
            <a:pPr indent="0" algn="ctr">
              <a:lnSpc>
                <a:spcPct val="108333"/>
              </a:lnSpc>
              <a:spcBef>
                <a:spcPts val="800"/>
              </a:spcBef>
            </a:pPr>
            <a:r>
              <a:rPr lang="zh-CN" altLang="en-US" sz="1300" b="0" i="0" u="none" strike="noStrike" dirty="0">
                <a:solidFill>
                  <a:srgbClr val="4B5563"/>
                </a:solidFill>
                <a:latin typeface="Noto Sans SC"/>
                <a:ea typeface="Noto Sans SC"/>
                <a:cs typeface="Noto Sans SC"/>
                <a:sym typeface="Noto Sans SC"/>
              </a:rPr>
              <a:t>走得更安全</a:t>
            </a:r>
            <a:r>
              <a:rPr lang="en-US" altLang="zh-CN" sz="1300" b="0" i="0" u="none" strike="noStrike" dirty="0">
                <a:solidFill>
                  <a:srgbClr val="4B5563"/>
                </a:solidFill>
                <a:latin typeface="Noto Sans SC"/>
                <a:ea typeface="Noto Sans SC"/>
                <a:cs typeface="Noto Sans SC"/>
                <a:sym typeface="Noto Sans SC"/>
              </a:rPr>
              <a:t>|</a:t>
            </a:r>
            <a:r>
              <a:rPr lang="zh-CN" altLang="en-US" sz="1300" b="0" i="0" u="none" strike="noStrike" dirty="0">
                <a:solidFill>
                  <a:srgbClr val="4B5563"/>
                </a:solidFill>
                <a:latin typeface="Noto Sans SC"/>
                <a:ea typeface="Noto Sans SC"/>
                <a:cs typeface="Noto Sans SC"/>
                <a:sym typeface="Noto Sans SC"/>
              </a:rPr>
              <a:t>提示更低负担</a:t>
            </a:r>
            <a:r>
              <a:rPr lang="en-US" altLang="zh-CN" sz="1300" b="0" i="0" u="none" strike="noStrike" dirty="0">
                <a:solidFill>
                  <a:srgbClr val="4B5563"/>
                </a:solidFill>
                <a:latin typeface="Noto Sans SC"/>
                <a:ea typeface="Noto Sans SC"/>
                <a:cs typeface="Noto Sans SC"/>
                <a:sym typeface="Noto Sans SC"/>
              </a:rPr>
              <a:t>|</a:t>
            </a:r>
            <a:r>
              <a:rPr lang="zh-CN" altLang="en-US" sz="1300" b="0" i="0" u="none" strike="noStrike" dirty="0">
                <a:solidFill>
                  <a:srgbClr val="4B5563"/>
                </a:solidFill>
                <a:latin typeface="Noto Sans SC"/>
                <a:ea typeface="Noto Sans SC"/>
                <a:cs typeface="Noto Sans SC"/>
                <a:sym typeface="Noto Sans SC"/>
              </a:rPr>
              <a:t>求助更及时</a:t>
            </a:r>
            <a:r>
              <a:rPr lang="en-US" altLang="zh-CN" sz="1300" b="0" i="0" u="none" strike="noStrike" dirty="0">
                <a:solidFill>
                  <a:srgbClr val="4B5563"/>
                </a:solidFill>
                <a:latin typeface="Noto Sans SC"/>
                <a:ea typeface="Noto Sans SC"/>
                <a:cs typeface="Noto Sans SC"/>
                <a:sym typeface="Noto Sans SC"/>
              </a:rPr>
              <a:t>|</a:t>
            </a:r>
            <a:r>
              <a:rPr lang="zh-CN" altLang="en-US" sz="1300" b="0" i="0" u="none" strike="noStrike" dirty="0">
                <a:solidFill>
                  <a:srgbClr val="4B5563"/>
                </a:solidFill>
                <a:latin typeface="Noto Sans SC"/>
                <a:ea typeface="Noto Sans SC"/>
                <a:cs typeface="Noto Sans SC"/>
                <a:sym typeface="Noto Sans SC"/>
              </a:rPr>
              <a:t>未来可持续升级</a:t>
            </a:r>
            <a:endParaRPr lang="en-US" sz="1300" b="0" i="0" u="none" strike="noStrike" dirty="0">
              <a:solidFill>
                <a:srgbClr val="4B5563"/>
              </a:solidFill>
              <a:latin typeface="Noto Sans SC"/>
              <a:ea typeface="Noto Sans SC"/>
              <a:cs typeface="Noto Sans SC"/>
              <a:sym typeface="Noto Sans SC"/>
            </a:endParaRPr>
          </a:p>
        </p:txBody>
      </p:sp>
      <p:sp>
        <p:nvSpPr>
          <p:cNvPr id="11" name="AutoShape 7">
            <a:extLst>
              <a:ext uri="{FF2B5EF4-FFF2-40B4-BE49-F238E27FC236}">
                <a16:creationId xmlns:a16="http://schemas.microsoft.com/office/drawing/2014/main" id="{76826277-8B6C-4EA1-3FFF-86D8EA1E608E}"/>
              </a:ext>
            </a:extLst>
          </p:cNvPr>
          <p:cNvSpPr/>
          <p:nvPr/>
        </p:nvSpPr>
        <p:spPr>
          <a:xfrm>
            <a:off x="7033491" y="1794162"/>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多源环境感知与风险识别</a:t>
            </a:r>
          </a:p>
          <a:p>
            <a:pPr indent="0" algn="ctr">
              <a:lnSpc>
                <a:spcPct val="108333"/>
              </a:lnSpc>
              <a:spcBef>
                <a:spcPts val="800"/>
              </a:spcBef>
            </a:pPr>
            <a:r>
              <a:rPr lang="zh-CN" altLang="en-US" sz="1300" dirty="0">
                <a:solidFill>
                  <a:srgbClr val="4B5563"/>
                </a:solidFill>
                <a:latin typeface="Noto Sans SC"/>
                <a:ea typeface="Noto Sans SC"/>
                <a:cs typeface="Noto Sans SC"/>
                <a:sym typeface="Noto Sans SC"/>
              </a:rPr>
              <a:t>融合摄像头、距离传感器、</a:t>
            </a:r>
            <a:r>
              <a:rPr lang="en-US" altLang="zh-CN" sz="1300" dirty="0">
                <a:solidFill>
                  <a:srgbClr val="4B5563"/>
                </a:solidFill>
                <a:latin typeface="Noto Sans SC"/>
                <a:ea typeface="Noto Sans SC"/>
                <a:cs typeface="Noto Sans SC"/>
                <a:sym typeface="Noto Sans SC"/>
              </a:rPr>
              <a:t>IMU</a:t>
            </a:r>
            <a:r>
              <a:rPr lang="zh-CN" altLang="en-US" sz="1300" dirty="0">
                <a:solidFill>
                  <a:srgbClr val="4B5563"/>
                </a:solidFill>
                <a:latin typeface="Noto Sans SC"/>
                <a:ea typeface="Noto Sans SC"/>
                <a:cs typeface="Noto Sans SC"/>
                <a:sym typeface="Noto Sans SC"/>
              </a:rPr>
              <a:t>、定位信息，识别障碍物、车辆、台阶、坑洼、盲道偏离等风险</a:t>
            </a:r>
            <a:endParaRPr lang="en-US" sz="1300" b="0" i="0" u="none" strike="noStrike" dirty="0">
              <a:solidFill>
                <a:srgbClr val="4B5563"/>
              </a:solidFill>
              <a:latin typeface="Noto Sans SC"/>
              <a:ea typeface="Noto Sans SC"/>
              <a:cs typeface="Noto Sans SC"/>
              <a:sym typeface="Noto Sans SC"/>
            </a:endParaRPr>
          </a:p>
        </p:txBody>
      </p:sp>
      <p:sp>
        <p:nvSpPr>
          <p:cNvPr id="16" name="AutoShape 7">
            <a:extLst>
              <a:ext uri="{FF2B5EF4-FFF2-40B4-BE49-F238E27FC236}">
                <a16:creationId xmlns:a16="http://schemas.microsoft.com/office/drawing/2014/main" id="{AB12934B-F432-A5BE-C238-EA1393D8703B}"/>
              </a:ext>
            </a:extLst>
          </p:cNvPr>
          <p:cNvSpPr/>
          <p:nvPr/>
        </p:nvSpPr>
        <p:spPr>
          <a:xfrm>
            <a:off x="7033491" y="3054925"/>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多模态低负担反馈</a:t>
            </a:r>
          </a:p>
          <a:p>
            <a:pPr indent="0" algn="ctr">
              <a:lnSpc>
                <a:spcPct val="108333"/>
              </a:lnSpc>
              <a:spcBef>
                <a:spcPts val="800"/>
              </a:spcBef>
            </a:pPr>
            <a:r>
              <a:rPr lang="zh-CN" altLang="en-US" sz="1300" b="0" i="0" u="none" strike="noStrike" dirty="0">
                <a:solidFill>
                  <a:srgbClr val="4B5563"/>
                </a:solidFill>
                <a:latin typeface="Noto Sans SC"/>
                <a:ea typeface="Noto Sans SC"/>
                <a:cs typeface="Noto Sans SC"/>
                <a:sym typeface="Noto Sans SC"/>
              </a:rPr>
              <a:t>采用触觉反馈腰带</a:t>
            </a:r>
            <a:r>
              <a:rPr lang="en-US" altLang="zh-CN" sz="1300" b="0" i="0" u="none" strike="noStrike" dirty="0">
                <a:solidFill>
                  <a:srgbClr val="4B5563"/>
                </a:solidFill>
                <a:latin typeface="Noto Sans SC"/>
                <a:ea typeface="Noto Sans SC"/>
                <a:cs typeface="Noto Sans SC"/>
                <a:sym typeface="Noto Sans SC"/>
              </a:rPr>
              <a:t>/</a:t>
            </a:r>
            <a:r>
              <a:rPr lang="zh-CN" altLang="en-US" sz="1300" b="0" i="0" u="none" strike="noStrike" dirty="0">
                <a:solidFill>
                  <a:srgbClr val="4B5563"/>
                </a:solidFill>
                <a:latin typeface="Noto Sans SC"/>
                <a:ea typeface="Noto Sans SC"/>
                <a:cs typeface="Noto Sans SC"/>
                <a:sym typeface="Noto Sans SC"/>
              </a:rPr>
              <a:t>腕带 </a:t>
            </a:r>
            <a:r>
              <a:rPr lang="en-US" altLang="zh-CN" sz="1300" b="0" i="0" u="none" strike="noStrike" dirty="0">
                <a:solidFill>
                  <a:srgbClr val="4B5563"/>
                </a:solidFill>
                <a:latin typeface="Noto Sans SC"/>
                <a:ea typeface="Noto Sans SC"/>
                <a:cs typeface="Noto Sans SC"/>
                <a:sym typeface="Noto Sans SC"/>
              </a:rPr>
              <a:t>+ </a:t>
            </a:r>
            <a:r>
              <a:rPr lang="zh-CN" altLang="en-US" sz="1300" b="0" i="0" u="none" strike="noStrike" dirty="0">
                <a:solidFill>
                  <a:srgbClr val="4B5563"/>
                </a:solidFill>
                <a:latin typeface="Noto Sans SC"/>
                <a:ea typeface="Noto Sans SC"/>
                <a:cs typeface="Noto Sans SC"/>
                <a:sym typeface="Noto Sans SC"/>
              </a:rPr>
              <a:t>骨传导语言提示，减少对听觉和双手的占用</a:t>
            </a:r>
            <a:endParaRPr lang="en-US" sz="1300" b="0" i="0" u="none" strike="noStrike" dirty="0">
              <a:solidFill>
                <a:srgbClr val="4B5563"/>
              </a:solidFill>
              <a:latin typeface="Noto Sans SC"/>
              <a:ea typeface="Noto Sans SC"/>
              <a:cs typeface="Noto Sans SC"/>
              <a:sym typeface="Noto Sans SC"/>
            </a:endParaRPr>
          </a:p>
        </p:txBody>
      </p:sp>
      <p:sp>
        <p:nvSpPr>
          <p:cNvPr id="17" name="AutoShape 7">
            <a:extLst>
              <a:ext uri="{FF2B5EF4-FFF2-40B4-BE49-F238E27FC236}">
                <a16:creationId xmlns:a16="http://schemas.microsoft.com/office/drawing/2014/main" id="{792A5D66-7C5B-565A-461A-0C442F901240}"/>
              </a:ext>
            </a:extLst>
          </p:cNvPr>
          <p:cNvSpPr/>
          <p:nvPr/>
        </p:nvSpPr>
        <p:spPr>
          <a:xfrm>
            <a:off x="7033491" y="4315688"/>
            <a:ext cx="3378200" cy="108989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b="1" dirty="0">
                <a:solidFill>
                  <a:srgbClr val="374151"/>
                </a:solidFill>
                <a:latin typeface="Noto Sans SC"/>
                <a:ea typeface="Noto Sans SC"/>
                <a:sym typeface="Noto Sans SC"/>
              </a:rPr>
              <a:t>安全联动与脑机拓展</a:t>
            </a:r>
          </a:p>
          <a:p>
            <a:pPr indent="0" algn="ctr">
              <a:lnSpc>
                <a:spcPct val="108333"/>
              </a:lnSpc>
              <a:spcBef>
                <a:spcPts val="800"/>
              </a:spcBef>
            </a:pPr>
            <a:r>
              <a:rPr lang="zh-CN" altLang="en-US" sz="1300" b="0" i="0" u="none" strike="noStrike" dirty="0">
                <a:solidFill>
                  <a:srgbClr val="4B5563"/>
                </a:solidFill>
                <a:latin typeface="Noto Sans SC"/>
                <a:ea typeface="Noto Sans SC"/>
                <a:cs typeface="Noto Sans SC"/>
                <a:sym typeface="Noto Sans SC"/>
              </a:rPr>
              <a:t>通过</a:t>
            </a:r>
            <a:r>
              <a:rPr lang="en-US" altLang="zh-CN" sz="1300" b="0" i="0" u="none" strike="noStrike" dirty="0">
                <a:solidFill>
                  <a:srgbClr val="4B5563"/>
                </a:solidFill>
                <a:latin typeface="Noto Sans SC"/>
                <a:ea typeface="Noto Sans SC"/>
                <a:cs typeface="Noto Sans SC"/>
                <a:sym typeface="Noto Sans SC"/>
              </a:rPr>
              <a:t>APP</a:t>
            </a:r>
            <a:r>
              <a:rPr lang="zh-CN" altLang="en-US" sz="1300" b="0" i="0" u="none" strike="noStrike" dirty="0">
                <a:solidFill>
                  <a:srgbClr val="4B5563"/>
                </a:solidFill>
                <a:latin typeface="Noto Sans SC"/>
                <a:ea typeface="Noto Sans SC"/>
                <a:cs typeface="Noto Sans SC"/>
                <a:sym typeface="Noto Sans SC"/>
              </a:rPr>
              <a:t>实现位置共享、一键求助、风险记录，并预留非入侵式脑机交互接口</a:t>
            </a:r>
            <a:endParaRPr lang="en-US" sz="1300" b="0" i="0" u="none" strike="noStrike" dirty="0">
              <a:solidFill>
                <a:srgbClr val="4B5563"/>
              </a:solidFill>
              <a:latin typeface="Noto Sans SC"/>
              <a:ea typeface="Noto Sans SC"/>
              <a:cs typeface="Noto Sans SC"/>
              <a:sym typeface="Noto Sans SC"/>
            </a:endParaRPr>
          </a:p>
        </p:txBody>
      </p:sp>
      <p:sp>
        <p:nvSpPr>
          <p:cNvPr id="18" name="文本框 17">
            <a:extLst>
              <a:ext uri="{FF2B5EF4-FFF2-40B4-BE49-F238E27FC236}">
                <a16:creationId xmlns:a16="http://schemas.microsoft.com/office/drawing/2014/main" id="{09C0481A-DEFB-5335-DE0C-23C3B2381BE9}"/>
              </a:ext>
            </a:extLst>
          </p:cNvPr>
          <p:cNvSpPr txBox="1"/>
          <p:nvPr/>
        </p:nvSpPr>
        <p:spPr>
          <a:xfrm>
            <a:off x="1861127" y="6443435"/>
            <a:ext cx="8469745"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前沿孵化亮点：核心模块可验证，低成本样机可开发，未来脑机交互可拓展</a:t>
            </a:r>
          </a:p>
        </p:txBody>
      </p:sp>
    </p:spTree>
    <p:extLst>
      <p:ext uri="{BB962C8B-B14F-4D97-AF65-F5344CB8AC3E}">
        <p14:creationId xmlns:p14="http://schemas.microsoft.com/office/powerpoint/2010/main" val="144995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circle(in)">
                                      <p:cBhvr>
                                        <p:cTn id="29" dur="2000"/>
                                        <p:tgtEl>
                                          <p:spTgt spid="11"/>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circle(in)">
                                      <p:cBhvr>
                                        <p:cTn id="32" dur="2000"/>
                                        <p:tgtEl>
                                          <p:spTgt spid="16"/>
                                        </p:tgtEl>
                                      </p:cBhvr>
                                    </p:animEffect>
                                  </p:childTnLst>
                                </p:cTn>
                              </p:par>
                              <p:par>
                                <p:cTn id="33" presetID="6" presetClass="entr" presetSubtype="16"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circle(in)">
                                      <p:cBhvr>
                                        <p:cTn id="35" dur="20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randombar(horizontal)">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6"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8392B6-6758-42D5-B780-56A121ABC0A2}"/>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核心创新点</a:t>
            </a:r>
          </a:p>
        </p:txBody>
      </p:sp>
      <p:sp>
        <p:nvSpPr>
          <p:cNvPr id="4" name="AutoShape 6">
            <a:extLst>
              <a:ext uri="{FF2B5EF4-FFF2-40B4-BE49-F238E27FC236}">
                <a16:creationId xmlns:a16="http://schemas.microsoft.com/office/drawing/2014/main" id="{6483CB6F-B5FA-86F4-2EAA-5197ECBD858E}"/>
              </a:ext>
            </a:extLst>
          </p:cNvPr>
          <p:cNvSpPr/>
          <p:nvPr/>
        </p:nvSpPr>
        <p:spPr>
          <a:xfrm>
            <a:off x="930564" y="1831109"/>
            <a:ext cx="4768272" cy="2463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0" i="0" u="none" strike="noStrike" dirty="0">
                <a:solidFill>
                  <a:srgbClr val="374151"/>
                </a:solidFill>
                <a:latin typeface="Noto Sans SC"/>
                <a:ea typeface="Noto Sans SC"/>
                <a:cs typeface="Noto Sans SC"/>
                <a:sym typeface="Noto Sans SC"/>
              </a:rPr>
              <a:t>解决问题：传统盲杖感知范围有限，难以识别远距离、高处、动态障碍和复杂路口风险。</a:t>
            </a:r>
            <a:endParaRPr lang="en-US" altLang="zh-CN" sz="1300" b="0" i="0" u="none" strike="noStrike" dirty="0">
              <a:solidFill>
                <a:srgbClr val="374151"/>
              </a:solidFill>
              <a:latin typeface="Noto Sans SC"/>
              <a:ea typeface="Noto Sans SC"/>
              <a:cs typeface="Noto Sans SC"/>
              <a:sym typeface="Noto Sans SC"/>
            </a:endParaRPr>
          </a:p>
          <a:p>
            <a:pPr indent="0" algn="l">
              <a:lnSpc>
                <a:spcPct val="125000"/>
              </a:lnSpc>
              <a:defRPr/>
            </a:pPr>
            <a:r>
              <a:rPr lang="zh-CN" altLang="en-US" sz="1300" b="0" i="0" u="none" strike="noStrike" dirty="0">
                <a:solidFill>
                  <a:srgbClr val="374151"/>
                </a:solidFill>
                <a:latin typeface="Noto Sans SC"/>
                <a:ea typeface="Noto Sans SC"/>
                <a:cs typeface="Noto Sans SC"/>
                <a:sym typeface="Noto Sans SC"/>
              </a:rPr>
              <a:t>技术方法：融合摄像头、距离传感器、</a:t>
            </a:r>
            <a:r>
              <a:rPr lang="en-US" altLang="zh-CN" sz="1300" b="0" i="0" u="none" strike="noStrike" dirty="0">
                <a:solidFill>
                  <a:srgbClr val="374151"/>
                </a:solidFill>
                <a:latin typeface="Noto Sans SC"/>
                <a:ea typeface="Noto Sans SC"/>
                <a:cs typeface="Noto Sans SC"/>
                <a:sym typeface="Noto Sans SC"/>
              </a:rPr>
              <a:t>IMU</a:t>
            </a:r>
            <a:r>
              <a:rPr lang="zh-CN" altLang="en-US" sz="1300" b="0" i="0" u="none" strike="noStrike" dirty="0">
                <a:solidFill>
                  <a:srgbClr val="374151"/>
                </a:solidFill>
                <a:latin typeface="Noto Sans SC"/>
                <a:ea typeface="Noto Sans SC"/>
                <a:cs typeface="Noto Sans SC"/>
                <a:sym typeface="Noto Sans SC"/>
              </a:rPr>
              <a:t>、</a:t>
            </a:r>
            <a:r>
              <a:rPr lang="en-US" altLang="zh-CN" sz="1300" b="0" i="0" u="none" strike="noStrike" dirty="0">
                <a:solidFill>
                  <a:srgbClr val="374151"/>
                </a:solidFill>
                <a:latin typeface="Noto Sans SC"/>
                <a:ea typeface="Noto Sans SC"/>
                <a:cs typeface="Noto Sans SC"/>
                <a:sym typeface="Noto Sans SC"/>
              </a:rPr>
              <a:t>GPS/</a:t>
            </a:r>
            <a:r>
              <a:rPr lang="zh-CN" altLang="en-US" sz="1300" b="0" i="0" u="none" strike="noStrike" dirty="0">
                <a:solidFill>
                  <a:srgbClr val="374151"/>
                </a:solidFill>
                <a:latin typeface="Noto Sans SC"/>
                <a:ea typeface="Noto Sans SC"/>
                <a:cs typeface="Noto Sans SC"/>
                <a:sym typeface="Noto Sans SC"/>
              </a:rPr>
              <a:t>北斗定位，结合轻量化目标检测和风险等级判断。</a:t>
            </a:r>
            <a:endParaRPr lang="en-US" altLang="zh-CN" sz="1300" b="0" i="0" u="none" strike="noStrike" dirty="0">
              <a:solidFill>
                <a:srgbClr val="374151"/>
              </a:solidFill>
              <a:latin typeface="Noto Sans SC"/>
              <a:ea typeface="Noto Sans SC"/>
              <a:cs typeface="Noto Sans SC"/>
              <a:sym typeface="Noto Sans SC"/>
            </a:endParaRPr>
          </a:p>
          <a:p>
            <a:pPr indent="0" algn="l">
              <a:lnSpc>
                <a:spcPct val="125000"/>
              </a:lnSpc>
              <a:defRPr/>
            </a:pPr>
            <a:r>
              <a:rPr lang="zh-CN" altLang="en-US" sz="1300" dirty="0">
                <a:solidFill>
                  <a:srgbClr val="374151"/>
                </a:solidFill>
                <a:latin typeface="Noto Sans SC"/>
                <a:ea typeface="Noto Sans SC"/>
                <a:cs typeface="Noto Sans SC"/>
                <a:sym typeface="Noto Sans SC"/>
              </a:rPr>
              <a:t>效果提升：从“被动检测”升级为主动预警，提升复杂出行场景下的安全感知能力。</a:t>
            </a:r>
            <a:endParaRPr lang="en-US" sz="1300" b="0" i="0" u="none" strike="noStrike" dirty="0">
              <a:solidFill>
                <a:srgbClr val="374151"/>
              </a:solidFill>
              <a:latin typeface="Noto Sans SC"/>
              <a:ea typeface="Noto Sans SC"/>
              <a:cs typeface="Noto Sans SC"/>
              <a:sym typeface="Noto Sans SC"/>
            </a:endParaRPr>
          </a:p>
        </p:txBody>
      </p:sp>
      <p:sp>
        <p:nvSpPr>
          <p:cNvPr id="5" name="Text 12">
            <a:extLst>
              <a:ext uri="{FF2B5EF4-FFF2-40B4-BE49-F238E27FC236}">
                <a16:creationId xmlns:a16="http://schemas.microsoft.com/office/drawing/2014/main" id="{51C5D01A-F79C-1E5E-0354-B188EBEA3545}"/>
              </a:ext>
            </a:extLst>
          </p:cNvPr>
          <p:cNvSpPr/>
          <p:nvPr/>
        </p:nvSpPr>
        <p:spPr>
          <a:xfrm>
            <a:off x="930564" y="1690688"/>
            <a:ext cx="3584448" cy="493776"/>
          </a:xfrm>
          <a:prstGeom prst="rect">
            <a:avLst/>
          </a:prstGeom>
          <a:solidFill>
            <a:srgbClr val="0B56C5"/>
          </a:solidFill>
          <a:ln w="15240">
            <a:solidFill>
              <a:srgbClr val="0B56C5"/>
            </a:solidFill>
          </a:ln>
        </p:spPr>
        <p:txBody>
          <a:bodyPr wrap="square" lIns="508" tIns="508" rIns="508" bIns="508" rtlCol="0" anchor="ctr">
            <a:normAutofit/>
          </a:bodyPr>
          <a:lstStyle/>
          <a:p>
            <a:pPr marL="0" indent="0" algn="ctr">
              <a:buNone/>
            </a:pPr>
            <a:r>
              <a:rPr lang="en-US" sz="1440" b="1" dirty="0">
                <a:solidFill>
                  <a:srgbClr val="FFFFFF"/>
                </a:solidFill>
                <a:latin typeface="Microsoft YaHei" pitchFamily="34" charset="0"/>
                <a:ea typeface="Microsoft YaHei" pitchFamily="34" charset="-122"/>
                <a:cs typeface="Microsoft YaHei" pitchFamily="34" charset="-120"/>
              </a:rPr>
              <a:t>◉  创新点一：多源环境感知与风险识别</a:t>
            </a:r>
            <a:endParaRPr lang="en-US" sz="1440" dirty="0"/>
          </a:p>
        </p:txBody>
      </p:sp>
      <p:sp>
        <p:nvSpPr>
          <p:cNvPr id="6" name="AutoShape 6">
            <a:extLst>
              <a:ext uri="{FF2B5EF4-FFF2-40B4-BE49-F238E27FC236}">
                <a16:creationId xmlns:a16="http://schemas.microsoft.com/office/drawing/2014/main" id="{40D83290-0480-0BDE-B6C2-6197913980AB}"/>
              </a:ext>
            </a:extLst>
          </p:cNvPr>
          <p:cNvSpPr/>
          <p:nvPr/>
        </p:nvSpPr>
        <p:spPr>
          <a:xfrm>
            <a:off x="6096000" y="1831109"/>
            <a:ext cx="4768272" cy="2463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0" i="0" u="none" strike="noStrike" dirty="0">
                <a:solidFill>
                  <a:srgbClr val="374151"/>
                </a:solidFill>
                <a:latin typeface="Noto Sans SC"/>
                <a:ea typeface="Noto Sans SC"/>
                <a:cs typeface="Noto Sans SC"/>
                <a:sym typeface="Noto Sans SC"/>
              </a:rPr>
              <a:t>解决问题：单一语音提醒容易干扰视障用户对车辆、人声和环境声音的判断。</a:t>
            </a:r>
            <a:endParaRPr lang="en-US" altLang="zh-CN" sz="1300" b="0" i="0" u="none" strike="noStrike" dirty="0">
              <a:solidFill>
                <a:srgbClr val="374151"/>
              </a:solidFill>
              <a:latin typeface="Noto Sans SC"/>
              <a:ea typeface="Noto Sans SC"/>
              <a:cs typeface="Noto Sans SC"/>
              <a:sym typeface="Noto Sans SC"/>
            </a:endParaRPr>
          </a:p>
          <a:p>
            <a:pPr indent="0" algn="l">
              <a:lnSpc>
                <a:spcPct val="125000"/>
              </a:lnSpc>
              <a:defRPr/>
            </a:pPr>
            <a:r>
              <a:rPr lang="zh-CN" altLang="en-US" sz="1300" b="0" i="0" u="none" strike="noStrike" dirty="0">
                <a:solidFill>
                  <a:srgbClr val="374151"/>
                </a:solidFill>
                <a:latin typeface="Noto Sans SC"/>
                <a:ea typeface="Noto Sans SC"/>
                <a:cs typeface="Noto Sans SC"/>
                <a:sym typeface="Noto Sans SC"/>
              </a:rPr>
              <a:t>技术方法：采用触觉反馈腰带</a:t>
            </a:r>
            <a:r>
              <a:rPr lang="en-US" altLang="zh-CN" sz="1300" b="0" i="0" u="none" strike="noStrike" dirty="0">
                <a:solidFill>
                  <a:srgbClr val="374151"/>
                </a:solidFill>
                <a:latin typeface="Noto Sans SC"/>
                <a:ea typeface="Noto Sans SC"/>
                <a:cs typeface="Noto Sans SC"/>
                <a:sym typeface="Noto Sans SC"/>
              </a:rPr>
              <a:t>/</a:t>
            </a:r>
            <a:r>
              <a:rPr lang="zh-CN" altLang="en-US" sz="1300" b="0" i="0" u="none" strike="noStrike" dirty="0">
                <a:solidFill>
                  <a:srgbClr val="374151"/>
                </a:solidFill>
                <a:latin typeface="Noto Sans SC"/>
                <a:ea typeface="Noto Sans SC"/>
                <a:cs typeface="Noto Sans SC"/>
                <a:sym typeface="Noto Sans SC"/>
              </a:rPr>
              <a:t>腕带 </a:t>
            </a:r>
            <a:r>
              <a:rPr lang="en-US" altLang="zh-CN" sz="1300" b="0" i="0" u="none" strike="noStrike" dirty="0">
                <a:solidFill>
                  <a:srgbClr val="374151"/>
                </a:solidFill>
                <a:latin typeface="Noto Sans SC"/>
                <a:ea typeface="Noto Sans SC"/>
                <a:cs typeface="Noto Sans SC"/>
                <a:sym typeface="Noto Sans SC"/>
              </a:rPr>
              <a:t>+ </a:t>
            </a:r>
            <a:r>
              <a:rPr lang="zh-CN" altLang="en-US" sz="1300" b="0" i="0" u="none" strike="noStrike" dirty="0">
                <a:solidFill>
                  <a:srgbClr val="374151"/>
                </a:solidFill>
                <a:latin typeface="Noto Sans SC"/>
                <a:ea typeface="Noto Sans SC"/>
                <a:cs typeface="Noto Sans SC"/>
                <a:sym typeface="Noto Sans SC"/>
              </a:rPr>
              <a:t>骨传导语言终端，通过震动方向、频率、强度表达风险信息。</a:t>
            </a:r>
            <a:endParaRPr lang="en-US" altLang="zh-CN" sz="1300" b="0" i="0" u="none" strike="noStrike" dirty="0">
              <a:solidFill>
                <a:srgbClr val="374151"/>
              </a:solidFill>
              <a:latin typeface="Noto Sans SC"/>
              <a:ea typeface="Noto Sans SC"/>
              <a:cs typeface="Noto Sans SC"/>
              <a:sym typeface="Noto Sans SC"/>
            </a:endParaRPr>
          </a:p>
          <a:p>
            <a:pPr indent="0" algn="l">
              <a:lnSpc>
                <a:spcPct val="125000"/>
              </a:lnSpc>
              <a:defRPr/>
            </a:pPr>
            <a:r>
              <a:rPr lang="zh-CN" altLang="en-US" sz="1300" dirty="0">
                <a:solidFill>
                  <a:srgbClr val="374151"/>
                </a:solidFill>
                <a:latin typeface="Noto Sans SC"/>
                <a:ea typeface="Noto Sans SC"/>
                <a:cs typeface="Noto Sans SC"/>
                <a:sym typeface="Noto Sans SC"/>
              </a:rPr>
              <a:t>效果提升：实现“方向可感知、风险可区分、语音少打扰”，降低认知负担。</a:t>
            </a:r>
            <a:endParaRPr lang="en-US" sz="1300" b="0" i="0" u="none" strike="noStrike" dirty="0">
              <a:solidFill>
                <a:srgbClr val="374151"/>
              </a:solidFill>
              <a:latin typeface="Noto Sans SC"/>
              <a:ea typeface="Noto Sans SC"/>
              <a:cs typeface="Noto Sans SC"/>
              <a:sym typeface="Noto Sans SC"/>
            </a:endParaRPr>
          </a:p>
        </p:txBody>
      </p:sp>
      <p:sp>
        <p:nvSpPr>
          <p:cNvPr id="7" name="Text 12">
            <a:extLst>
              <a:ext uri="{FF2B5EF4-FFF2-40B4-BE49-F238E27FC236}">
                <a16:creationId xmlns:a16="http://schemas.microsoft.com/office/drawing/2014/main" id="{9D4100C2-843F-D403-8AE9-7F0D42A76DC6}"/>
              </a:ext>
            </a:extLst>
          </p:cNvPr>
          <p:cNvSpPr/>
          <p:nvPr/>
        </p:nvSpPr>
        <p:spPr>
          <a:xfrm>
            <a:off x="6096000" y="1690688"/>
            <a:ext cx="3584448" cy="493776"/>
          </a:xfrm>
          <a:prstGeom prst="rect">
            <a:avLst/>
          </a:prstGeom>
          <a:solidFill>
            <a:srgbClr val="0B56C5"/>
          </a:solidFill>
          <a:ln w="15240">
            <a:solidFill>
              <a:srgbClr val="0B56C5"/>
            </a:solidFill>
          </a:ln>
        </p:spPr>
        <p:txBody>
          <a:bodyPr wrap="square" lIns="508" tIns="508" rIns="508" bIns="508" rtlCol="0" anchor="ctr">
            <a:normAutofit/>
          </a:bodyPr>
          <a:lstStyle/>
          <a:p>
            <a:pPr marL="0" indent="0" algn="ctr">
              <a:buNone/>
            </a:pPr>
            <a:r>
              <a:rPr lang="en-US" sz="1440" b="1" dirty="0">
                <a:solidFill>
                  <a:srgbClr val="FFFFFF"/>
                </a:solidFill>
                <a:latin typeface="Microsoft YaHei" pitchFamily="34" charset="0"/>
                <a:ea typeface="Microsoft YaHei" pitchFamily="34" charset="-122"/>
                <a:cs typeface="Microsoft YaHei" pitchFamily="34" charset="-120"/>
              </a:rPr>
              <a:t>◉  </a:t>
            </a:r>
            <a:r>
              <a:rPr lang="en-US" sz="1440" b="1" dirty="0" err="1">
                <a:solidFill>
                  <a:srgbClr val="FFFFFF"/>
                </a:solidFill>
                <a:latin typeface="Microsoft YaHei" pitchFamily="34" charset="0"/>
                <a:ea typeface="Microsoft YaHei" pitchFamily="34" charset="-122"/>
                <a:cs typeface="Microsoft YaHei" pitchFamily="34" charset="-120"/>
              </a:rPr>
              <a:t>创新点</a:t>
            </a:r>
            <a:r>
              <a:rPr lang="zh-CN" altLang="en-US" sz="1440" b="1" dirty="0">
                <a:solidFill>
                  <a:srgbClr val="FFFFFF"/>
                </a:solidFill>
                <a:latin typeface="Microsoft YaHei" pitchFamily="34" charset="0"/>
                <a:ea typeface="Microsoft YaHei" pitchFamily="34" charset="-122"/>
                <a:cs typeface="Microsoft YaHei" pitchFamily="34" charset="-120"/>
              </a:rPr>
              <a:t>二</a:t>
            </a:r>
            <a:r>
              <a:rPr lang="en-US" sz="1440" b="1" dirty="0">
                <a:solidFill>
                  <a:srgbClr val="FFFFFF"/>
                </a:solidFill>
                <a:latin typeface="Microsoft YaHei" pitchFamily="34" charset="0"/>
                <a:ea typeface="Microsoft YaHei" pitchFamily="34" charset="-122"/>
                <a:cs typeface="Microsoft YaHei" pitchFamily="34" charset="-120"/>
              </a:rPr>
              <a:t>：多</a:t>
            </a:r>
            <a:r>
              <a:rPr lang="zh-CN" altLang="en-US" sz="1440" b="1" dirty="0">
                <a:solidFill>
                  <a:srgbClr val="FFFFFF"/>
                </a:solidFill>
                <a:latin typeface="Microsoft YaHei" pitchFamily="34" charset="0"/>
                <a:ea typeface="Microsoft YaHei" pitchFamily="34" charset="-122"/>
                <a:cs typeface="Microsoft YaHei" pitchFamily="34" charset="-120"/>
              </a:rPr>
              <a:t>模态低负担反馈</a:t>
            </a:r>
            <a:endParaRPr lang="en-US" sz="1440" dirty="0"/>
          </a:p>
        </p:txBody>
      </p:sp>
      <p:sp>
        <p:nvSpPr>
          <p:cNvPr id="8" name="AutoShape 6">
            <a:extLst>
              <a:ext uri="{FF2B5EF4-FFF2-40B4-BE49-F238E27FC236}">
                <a16:creationId xmlns:a16="http://schemas.microsoft.com/office/drawing/2014/main" id="{E13376E9-A60D-B070-0E09-02D426CF0D6D}"/>
              </a:ext>
            </a:extLst>
          </p:cNvPr>
          <p:cNvSpPr/>
          <p:nvPr/>
        </p:nvSpPr>
        <p:spPr>
          <a:xfrm>
            <a:off x="4001655" y="4435330"/>
            <a:ext cx="4768272" cy="2463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0" i="0" u="none" strike="noStrike" dirty="0">
                <a:solidFill>
                  <a:srgbClr val="374151"/>
                </a:solidFill>
                <a:latin typeface="Noto Sans SC"/>
                <a:ea typeface="Noto Sans SC"/>
                <a:cs typeface="Noto Sans SC"/>
                <a:sym typeface="Noto Sans SC"/>
              </a:rPr>
              <a:t>解决问题：突发危险下求助不及时，现有设备较少关注用户紧张度、注意力等状态。</a:t>
            </a:r>
            <a:endParaRPr lang="en-US" altLang="zh-CN" sz="1300" b="0" i="0" u="none" strike="noStrike" dirty="0">
              <a:solidFill>
                <a:srgbClr val="374151"/>
              </a:solidFill>
              <a:latin typeface="Noto Sans SC"/>
              <a:ea typeface="Noto Sans SC"/>
              <a:cs typeface="Noto Sans SC"/>
              <a:sym typeface="Noto Sans SC"/>
            </a:endParaRPr>
          </a:p>
          <a:p>
            <a:pPr indent="0" algn="l">
              <a:lnSpc>
                <a:spcPct val="125000"/>
              </a:lnSpc>
              <a:defRPr/>
            </a:pPr>
            <a:r>
              <a:rPr lang="zh-CN" altLang="en-US" sz="1300" b="0" i="0" u="none" strike="noStrike" dirty="0">
                <a:solidFill>
                  <a:srgbClr val="374151"/>
                </a:solidFill>
                <a:latin typeface="Noto Sans SC"/>
                <a:ea typeface="Noto Sans SC"/>
                <a:cs typeface="Noto Sans SC"/>
                <a:sym typeface="Noto Sans SC"/>
              </a:rPr>
              <a:t>技术方法：手机</a:t>
            </a:r>
            <a:r>
              <a:rPr lang="en-US" altLang="zh-CN" sz="1300" b="0" i="0" u="none" strike="noStrike" dirty="0">
                <a:solidFill>
                  <a:srgbClr val="374151"/>
                </a:solidFill>
                <a:latin typeface="Noto Sans SC"/>
                <a:ea typeface="Noto Sans SC"/>
                <a:cs typeface="Noto Sans SC"/>
                <a:sym typeface="Noto Sans SC"/>
              </a:rPr>
              <a:t>APP</a:t>
            </a:r>
            <a:r>
              <a:rPr lang="zh-CN" altLang="en-US" sz="1300" b="0" i="0" u="none" strike="noStrike" dirty="0">
                <a:solidFill>
                  <a:srgbClr val="374151"/>
                </a:solidFill>
                <a:latin typeface="Noto Sans SC"/>
                <a:ea typeface="Noto Sans SC"/>
                <a:cs typeface="Noto Sans SC"/>
                <a:sym typeface="Noto Sans SC"/>
              </a:rPr>
              <a:t>实现位置共享、一键求助、风险记录；预留耳脑电</a:t>
            </a:r>
            <a:r>
              <a:rPr lang="en-US" altLang="zh-CN" sz="1300" b="0" i="0" u="none" strike="noStrike" dirty="0">
                <a:solidFill>
                  <a:srgbClr val="374151"/>
                </a:solidFill>
                <a:latin typeface="Noto Sans SC"/>
                <a:ea typeface="Noto Sans SC"/>
                <a:cs typeface="Noto Sans SC"/>
                <a:sym typeface="Noto Sans SC"/>
              </a:rPr>
              <a:t>/</a:t>
            </a:r>
            <a:r>
              <a:rPr lang="zh-CN" altLang="en-US" sz="1300" b="0" i="0" u="none" strike="noStrike" dirty="0">
                <a:solidFill>
                  <a:srgbClr val="374151"/>
                </a:solidFill>
                <a:latin typeface="Noto Sans SC"/>
                <a:ea typeface="Noto Sans SC"/>
                <a:cs typeface="Noto Sans SC"/>
                <a:sym typeface="Noto Sans SC"/>
              </a:rPr>
              <a:t>前额脑电等非入侵式脑机接口。</a:t>
            </a:r>
            <a:endParaRPr lang="en-US" altLang="zh-CN" sz="1300" b="0" i="0" u="none" strike="noStrike" dirty="0">
              <a:solidFill>
                <a:srgbClr val="374151"/>
              </a:solidFill>
              <a:latin typeface="Noto Sans SC"/>
              <a:ea typeface="Noto Sans SC"/>
              <a:cs typeface="Noto Sans SC"/>
              <a:sym typeface="Noto Sans SC"/>
            </a:endParaRPr>
          </a:p>
          <a:p>
            <a:pPr indent="0" algn="l">
              <a:lnSpc>
                <a:spcPct val="125000"/>
              </a:lnSpc>
              <a:defRPr/>
            </a:pPr>
            <a:r>
              <a:rPr lang="zh-CN" altLang="en-US" sz="1300" dirty="0">
                <a:solidFill>
                  <a:srgbClr val="374151"/>
                </a:solidFill>
                <a:latin typeface="Noto Sans SC"/>
                <a:ea typeface="Noto Sans SC"/>
                <a:cs typeface="Noto Sans SC"/>
                <a:sym typeface="Noto Sans SC"/>
              </a:rPr>
              <a:t>效果提升：形成安全闭环，并具备向“用户状态识别 </a:t>
            </a:r>
            <a:r>
              <a:rPr lang="en-US" altLang="zh-CN" sz="1300" dirty="0">
                <a:solidFill>
                  <a:srgbClr val="374151"/>
                </a:solidFill>
                <a:latin typeface="Noto Sans SC"/>
                <a:ea typeface="Noto Sans SC"/>
                <a:cs typeface="Noto Sans SC"/>
                <a:sym typeface="Noto Sans SC"/>
              </a:rPr>
              <a:t>+ </a:t>
            </a:r>
            <a:r>
              <a:rPr lang="zh-CN" altLang="en-US" sz="1300" dirty="0">
                <a:solidFill>
                  <a:srgbClr val="374151"/>
                </a:solidFill>
                <a:latin typeface="Noto Sans SC"/>
                <a:ea typeface="Noto Sans SC"/>
                <a:cs typeface="Noto Sans SC"/>
                <a:sym typeface="Noto Sans SC"/>
              </a:rPr>
              <a:t>智能提醒调节”升级的前沿潜力。</a:t>
            </a:r>
            <a:endParaRPr lang="en-US" sz="1300" b="0" i="0" u="none" strike="noStrike" dirty="0">
              <a:solidFill>
                <a:srgbClr val="374151"/>
              </a:solidFill>
              <a:latin typeface="Noto Sans SC"/>
              <a:ea typeface="Noto Sans SC"/>
              <a:cs typeface="Noto Sans SC"/>
              <a:sym typeface="Noto Sans SC"/>
            </a:endParaRPr>
          </a:p>
        </p:txBody>
      </p:sp>
      <p:sp>
        <p:nvSpPr>
          <p:cNvPr id="9" name="Text 12">
            <a:extLst>
              <a:ext uri="{FF2B5EF4-FFF2-40B4-BE49-F238E27FC236}">
                <a16:creationId xmlns:a16="http://schemas.microsoft.com/office/drawing/2014/main" id="{97EF6556-BD7C-7FE1-D149-B74F03B53D57}"/>
              </a:ext>
            </a:extLst>
          </p:cNvPr>
          <p:cNvSpPr/>
          <p:nvPr/>
        </p:nvSpPr>
        <p:spPr>
          <a:xfrm>
            <a:off x="4001655" y="4294909"/>
            <a:ext cx="3584448" cy="493776"/>
          </a:xfrm>
          <a:prstGeom prst="rect">
            <a:avLst/>
          </a:prstGeom>
          <a:solidFill>
            <a:srgbClr val="0B56C5"/>
          </a:solidFill>
          <a:ln w="15240">
            <a:solidFill>
              <a:srgbClr val="0B56C5"/>
            </a:solidFill>
          </a:ln>
        </p:spPr>
        <p:txBody>
          <a:bodyPr wrap="square" lIns="508" tIns="508" rIns="508" bIns="508" rtlCol="0" anchor="ctr">
            <a:normAutofit/>
          </a:bodyPr>
          <a:lstStyle/>
          <a:p>
            <a:pPr marL="0" indent="0" algn="ctr">
              <a:buNone/>
            </a:pPr>
            <a:r>
              <a:rPr lang="en-US" sz="1440" b="1" dirty="0">
                <a:solidFill>
                  <a:srgbClr val="FFFFFF"/>
                </a:solidFill>
                <a:latin typeface="Microsoft YaHei" pitchFamily="34" charset="0"/>
                <a:ea typeface="Microsoft YaHei" pitchFamily="34" charset="-122"/>
                <a:cs typeface="Microsoft YaHei" pitchFamily="34" charset="-120"/>
              </a:rPr>
              <a:t>◉  </a:t>
            </a:r>
            <a:r>
              <a:rPr lang="en-US" sz="1440" b="1" dirty="0" err="1">
                <a:solidFill>
                  <a:srgbClr val="FFFFFF"/>
                </a:solidFill>
                <a:latin typeface="Microsoft YaHei" pitchFamily="34" charset="0"/>
                <a:ea typeface="Microsoft YaHei" pitchFamily="34" charset="-122"/>
                <a:cs typeface="Microsoft YaHei" pitchFamily="34" charset="-120"/>
              </a:rPr>
              <a:t>创新点</a:t>
            </a:r>
            <a:r>
              <a:rPr lang="zh-CN" altLang="en-US" sz="1440" b="1" dirty="0">
                <a:solidFill>
                  <a:srgbClr val="FFFFFF"/>
                </a:solidFill>
                <a:latin typeface="Microsoft YaHei" pitchFamily="34" charset="0"/>
                <a:ea typeface="Microsoft YaHei" pitchFamily="34" charset="-122"/>
                <a:cs typeface="Microsoft YaHei" pitchFamily="34" charset="-120"/>
              </a:rPr>
              <a:t>三</a:t>
            </a:r>
            <a:r>
              <a:rPr lang="en-US" sz="1440" b="1" dirty="0">
                <a:solidFill>
                  <a:srgbClr val="FFFFFF"/>
                </a:solidFill>
                <a:latin typeface="Microsoft YaHei" pitchFamily="34" charset="0"/>
                <a:ea typeface="Microsoft YaHei" pitchFamily="34" charset="-122"/>
                <a:cs typeface="Microsoft YaHei" pitchFamily="34" charset="-120"/>
              </a:rPr>
              <a:t>：</a:t>
            </a:r>
            <a:r>
              <a:rPr lang="zh-CN" altLang="en-US" sz="1440" b="1" dirty="0">
                <a:solidFill>
                  <a:srgbClr val="FFFFFF"/>
                </a:solidFill>
                <a:latin typeface="Microsoft YaHei" pitchFamily="34" charset="0"/>
                <a:ea typeface="Microsoft YaHei" pitchFamily="34" charset="-122"/>
                <a:cs typeface="Microsoft YaHei" pitchFamily="34" charset="-120"/>
              </a:rPr>
              <a:t>安全联动与脑机拓展</a:t>
            </a:r>
            <a:endParaRPr lang="en-US" sz="1440" dirty="0"/>
          </a:p>
        </p:txBody>
      </p:sp>
    </p:spTree>
    <p:extLst>
      <p:ext uri="{BB962C8B-B14F-4D97-AF65-F5344CB8AC3E}">
        <p14:creationId xmlns:p14="http://schemas.microsoft.com/office/powerpoint/2010/main" val="213128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heel(1)">
                                      <p:cBhvr>
                                        <p:cTn id="29" dur="2000"/>
                                        <p:tgtEl>
                                          <p:spTgt spid="8"/>
                                        </p:tgtEl>
                                      </p:cBhvr>
                                    </p:animEffect>
                                  </p:childTnLst>
                                </p:cTn>
                              </p:par>
                              <p:par>
                                <p:cTn id="30" presetID="21" presetClass="entr" presetSubtype="1"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heel(1)">
                                      <p:cBhvr>
                                        <p:cTn id="32"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C4F4F-97FF-7A4C-EB2A-44CAF726F090}"/>
              </a:ext>
            </a:extLst>
          </p:cNvPr>
          <p:cNvSpPr>
            <a:spLocks noGrp="1"/>
          </p:cNvSpPr>
          <p:nvPr>
            <p:ph type="title"/>
          </p:nvPr>
        </p:nvSpPr>
        <p:spPr>
          <a:xfrm>
            <a:off x="468746" y="92364"/>
            <a:ext cx="10515600" cy="1325563"/>
          </a:xfrm>
        </p:spPr>
        <p:txBody>
          <a:bodyPr/>
          <a:lstStyle/>
          <a:p>
            <a:r>
              <a:rPr lang="zh-CN" altLang="en-US" b="1" dirty="0">
                <a:latin typeface="宋体" panose="02010600030101010101" pitchFamily="2" charset="-122"/>
                <a:ea typeface="宋体" panose="02010600030101010101" pitchFamily="2" charset="-122"/>
              </a:rPr>
              <a:t>产品概念图总览</a:t>
            </a:r>
          </a:p>
        </p:txBody>
      </p:sp>
      <p:pic>
        <p:nvPicPr>
          <p:cNvPr id="6" name="图片 5">
            <a:extLst>
              <a:ext uri="{FF2B5EF4-FFF2-40B4-BE49-F238E27FC236}">
                <a16:creationId xmlns:a16="http://schemas.microsoft.com/office/drawing/2014/main" id="{36A69B1B-774D-F821-333B-95ED6654B8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746" y="1333332"/>
            <a:ext cx="6950993" cy="4918375"/>
          </a:xfrm>
          <a:prstGeom prst="rect">
            <a:avLst/>
          </a:prstGeom>
        </p:spPr>
      </p:pic>
      <p:pic>
        <p:nvPicPr>
          <p:cNvPr id="8" name="图片 7">
            <a:extLst>
              <a:ext uri="{FF2B5EF4-FFF2-40B4-BE49-F238E27FC236}">
                <a16:creationId xmlns:a16="http://schemas.microsoft.com/office/drawing/2014/main" id="{51778338-76A0-F23A-B1EA-81DEBF598A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2391" y="3792520"/>
            <a:ext cx="3964155" cy="2973116"/>
          </a:xfrm>
          <a:prstGeom prst="rect">
            <a:avLst/>
          </a:prstGeom>
        </p:spPr>
      </p:pic>
      <p:pic>
        <p:nvPicPr>
          <p:cNvPr id="9" name="图片 8">
            <a:extLst>
              <a:ext uri="{FF2B5EF4-FFF2-40B4-BE49-F238E27FC236}">
                <a16:creationId xmlns:a16="http://schemas.microsoft.com/office/drawing/2014/main" id="{658BA29C-D37B-51D3-31EB-57EBFEABB3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39035" y="1084372"/>
            <a:ext cx="3610865" cy="2708148"/>
          </a:xfrm>
          <a:prstGeom prst="rect">
            <a:avLst/>
          </a:prstGeom>
        </p:spPr>
      </p:pic>
    </p:spTree>
    <p:extLst>
      <p:ext uri="{BB962C8B-B14F-4D97-AF65-F5344CB8AC3E}">
        <p14:creationId xmlns:p14="http://schemas.microsoft.com/office/powerpoint/2010/main" val="409415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randombar(horizont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F4C735-0C6F-0FF5-9414-F1FF9FEB5197}"/>
              </a:ext>
            </a:extLst>
          </p:cNvPr>
          <p:cNvSpPr>
            <a:spLocks noGrp="1"/>
          </p:cNvSpPr>
          <p:nvPr>
            <p:ph type="title"/>
          </p:nvPr>
        </p:nvSpPr>
        <p:spPr/>
        <p:txBody>
          <a:bodyPr/>
          <a:lstStyle/>
          <a:p>
            <a:r>
              <a:rPr lang="zh-CN" altLang="en-US" b="1" dirty="0">
                <a:latin typeface="宋体" panose="02010600030101010101" pitchFamily="2" charset="-122"/>
                <a:ea typeface="宋体" panose="02010600030101010101" pitchFamily="2" charset="-122"/>
              </a:rPr>
              <a:t>项目原理与工作流程</a:t>
            </a:r>
          </a:p>
        </p:txBody>
      </p:sp>
      <p:sp>
        <p:nvSpPr>
          <p:cNvPr id="4" name="Text 12">
            <a:extLst>
              <a:ext uri="{FF2B5EF4-FFF2-40B4-BE49-F238E27FC236}">
                <a16:creationId xmlns:a16="http://schemas.microsoft.com/office/drawing/2014/main" id="{44DD2216-5ABF-43B6-9E0E-495E5C13036A}"/>
              </a:ext>
            </a:extLst>
          </p:cNvPr>
          <p:cNvSpPr/>
          <p:nvPr/>
        </p:nvSpPr>
        <p:spPr>
          <a:xfrm>
            <a:off x="2415540" y="1467473"/>
            <a:ext cx="7360920" cy="310896"/>
          </a:xfrm>
          <a:prstGeom prst="roundRect">
            <a:avLst>
              <a:gd name="adj" fmla="val 35294"/>
            </a:avLst>
          </a:prstGeom>
          <a:solidFill>
            <a:srgbClr val="0B3B78"/>
          </a:solidFill>
          <a:ln w="15240">
            <a:solidFill>
              <a:srgbClr val="0B3B78"/>
            </a:solidFill>
          </a:ln>
        </p:spPr>
        <p:txBody>
          <a:bodyPr wrap="square" lIns="635" tIns="635" rIns="635" bIns="635" rtlCol="0" anchor="ctr">
            <a:normAutofit/>
          </a:bodyP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五步工作闭环</a:t>
            </a:r>
            <a:endParaRPr lang="en-US" sz="1400" dirty="0"/>
          </a:p>
        </p:txBody>
      </p:sp>
      <p:sp>
        <p:nvSpPr>
          <p:cNvPr id="7" name="Text 22">
            <a:extLst>
              <a:ext uri="{FF2B5EF4-FFF2-40B4-BE49-F238E27FC236}">
                <a16:creationId xmlns:a16="http://schemas.microsoft.com/office/drawing/2014/main" id="{A33F0480-B7BC-50D3-0A21-3D895E2EB95E}"/>
              </a:ext>
            </a:extLst>
          </p:cNvPr>
          <p:cNvSpPr/>
          <p:nvPr/>
        </p:nvSpPr>
        <p:spPr>
          <a:xfrm>
            <a:off x="2246310" y="6227699"/>
            <a:ext cx="7360920" cy="530352"/>
          </a:xfrm>
          <a:prstGeom prst="roundRect">
            <a:avLst>
              <a:gd name="adj" fmla="val 20690"/>
            </a:avLst>
          </a:prstGeom>
          <a:solidFill>
            <a:srgbClr val="EAF3FF"/>
          </a:solidFill>
          <a:ln w="15240">
            <a:solidFill>
              <a:srgbClr val="BBD6FF"/>
            </a:solidFill>
          </a:ln>
        </p:spPr>
        <p:txBody>
          <a:bodyPr wrap="square" lIns="1524" tIns="1524" rIns="1524" bIns="1524" rtlCol="0" anchor="ctr">
            <a:normAutofit/>
          </a:bodyPr>
          <a:lstStyle/>
          <a:p>
            <a:pPr marL="0" indent="0" algn="ctr">
              <a:buNone/>
            </a:pPr>
            <a:r>
              <a:rPr lang="en-US" sz="1400" b="1" dirty="0">
                <a:solidFill>
                  <a:srgbClr val="0B3B78"/>
                </a:solidFill>
                <a:latin typeface="Microsoft YaHei" pitchFamily="34" charset="0"/>
                <a:ea typeface="Microsoft YaHei" pitchFamily="34" charset="-122"/>
                <a:cs typeface="Microsoft YaHei" pitchFamily="34" charset="-120"/>
              </a:rPr>
              <a:t>核心逻辑：不是简单导航，而是实时风险判断 + 低负担反馈 + 紧急安全联动</a:t>
            </a:r>
            <a:endParaRPr lang="en-US" sz="1400" dirty="0"/>
          </a:p>
        </p:txBody>
      </p:sp>
      <p:pic>
        <p:nvPicPr>
          <p:cNvPr id="11" name="图片 10">
            <a:extLst>
              <a:ext uri="{FF2B5EF4-FFF2-40B4-BE49-F238E27FC236}">
                <a16:creationId xmlns:a16="http://schemas.microsoft.com/office/drawing/2014/main" id="{E69C99C9-6B66-C2A7-2359-246B834497EF}"/>
              </a:ext>
            </a:extLst>
          </p:cNvPr>
          <p:cNvPicPr>
            <a:picLocks noChangeAspect="1"/>
          </p:cNvPicPr>
          <p:nvPr/>
        </p:nvPicPr>
        <p:blipFill>
          <a:blip r:embed="rId3"/>
          <a:stretch>
            <a:fillRect/>
          </a:stretch>
        </p:blipFill>
        <p:spPr>
          <a:xfrm>
            <a:off x="229333" y="2050893"/>
            <a:ext cx="11733333" cy="2742857"/>
          </a:xfrm>
          <a:prstGeom prst="rect">
            <a:avLst/>
          </a:prstGeom>
        </p:spPr>
      </p:pic>
    </p:spTree>
    <p:extLst>
      <p:ext uri="{BB962C8B-B14F-4D97-AF65-F5344CB8AC3E}">
        <p14:creationId xmlns:p14="http://schemas.microsoft.com/office/powerpoint/2010/main" val="168723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heel(1)">
                                      <p:cBhvr>
                                        <p:cTn id="1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B754B5-D841-9E4D-4E58-553946251D93}"/>
              </a:ext>
            </a:extLst>
          </p:cNvPr>
          <p:cNvSpPr>
            <a:spLocks noGrp="1"/>
          </p:cNvSpPr>
          <p:nvPr>
            <p:ph type="title"/>
          </p:nvPr>
        </p:nvSpPr>
        <p:spPr>
          <a:xfrm>
            <a:off x="554182" y="222873"/>
            <a:ext cx="10439400" cy="1078992"/>
          </a:xfrm>
        </p:spPr>
        <p:txBody>
          <a:bodyPr/>
          <a:lstStyle/>
          <a:p>
            <a:r>
              <a:rPr lang="zh-CN" altLang="en-US" b="1" dirty="0">
                <a:latin typeface="宋体" panose="02010600030101010101" pitchFamily="2" charset="-122"/>
                <a:ea typeface="宋体" panose="02010600030101010101" pitchFamily="2" charset="-122"/>
              </a:rPr>
              <a:t>产品形象和功能模拟</a:t>
            </a:r>
          </a:p>
        </p:txBody>
      </p:sp>
      <p:pic>
        <p:nvPicPr>
          <p:cNvPr id="5" name="Picture 5" descr="盲行智界智能辅助系统.png">
            <a:extLst>
              <a:ext uri="{FF2B5EF4-FFF2-40B4-BE49-F238E27FC236}">
                <a16:creationId xmlns:a16="http://schemas.microsoft.com/office/drawing/2014/main" id="{8036ADF1-0F76-4CDF-15FD-89A8F7F60458}"/>
              </a:ext>
            </a:extLst>
          </p:cNvPr>
          <p:cNvPicPr>
            <a:picLocks noChangeAspect="1"/>
          </p:cNvPicPr>
          <p:nvPr/>
        </p:nvPicPr>
        <p:blipFill>
          <a:blip r:embed="rId3"/>
          <a:stretch>
            <a:fillRect/>
          </a:stretch>
        </p:blipFill>
        <p:spPr>
          <a:xfrm>
            <a:off x="392817" y="1658131"/>
            <a:ext cx="6070072" cy="4292268"/>
          </a:xfrm>
          <a:prstGeom prst="rect">
            <a:avLst/>
          </a:prstGeom>
        </p:spPr>
      </p:pic>
      <p:sp>
        <p:nvSpPr>
          <p:cNvPr id="7" name="TextBox 11">
            <a:extLst>
              <a:ext uri="{FF2B5EF4-FFF2-40B4-BE49-F238E27FC236}">
                <a16:creationId xmlns:a16="http://schemas.microsoft.com/office/drawing/2014/main" id="{A95C6CBA-A3FC-135C-9B07-570523F9F2E9}"/>
              </a:ext>
            </a:extLst>
          </p:cNvPr>
          <p:cNvSpPr txBox="1"/>
          <p:nvPr/>
        </p:nvSpPr>
        <p:spPr>
          <a:xfrm>
            <a:off x="6628476" y="1301865"/>
            <a:ext cx="1645920" cy="338554"/>
          </a:xfrm>
          <a:prstGeom prst="rect">
            <a:avLst/>
          </a:prstGeom>
          <a:noFill/>
        </p:spPr>
        <p:txBody>
          <a:bodyPr wrap="square">
            <a:spAutoFit/>
          </a:bodyPr>
          <a:lstStyle/>
          <a:p>
            <a:pPr algn="l"/>
            <a:r>
              <a:rPr lang="zh-CN" altLang="en-US" sz="1600" b="1" dirty="0">
                <a:solidFill>
                  <a:srgbClr val="1D4ED8"/>
                </a:solidFill>
                <a:latin typeface="微软雅黑" panose="020B0503020204020204" pitchFamily="34" charset="-122"/>
                <a:ea typeface="微软雅黑" panose="020B0503020204020204" pitchFamily="34" charset="-122"/>
              </a:rPr>
              <a:t>产品组成</a:t>
            </a:r>
            <a:endParaRPr sz="1600" b="1" dirty="0">
              <a:solidFill>
                <a:srgbClr val="1D4ED8"/>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A3344EC6-2C4C-3781-44C5-99BA94FCE85A}"/>
              </a:ext>
            </a:extLst>
          </p:cNvPr>
          <p:cNvSpPr txBox="1"/>
          <p:nvPr/>
        </p:nvSpPr>
        <p:spPr>
          <a:xfrm>
            <a:off x="6628476" y="1640419"/>
            <a:ext cx="4655128" cy="954107"/>
          </a:xfrm>
          <a:prstGeom prst="rect">
            <a:avLst/>
          </a:prstGeom>
          <a:noFill/>
        </p:spPr>
        <p:txBody>
          <a:bodyPr wrap="square" rtlCol="0">
            <a:spAutoFit/>
          </a:bodyPr>
          <a:lstStyle/>
          <a:p>
            <a:r>
              <a:rPr lang="en-US" altLang="zh-CN" sz="1400" dirty="0">
                <a:solidFill>
                  <a:srgbClr val="1F2937"/>
                </a:solidFill>
                <a:latin typeface="宋体" panose="02010600030101010101" pitchFamily="2" charset="-122"/>
                <a:ea typeface="宋体" panose="02010600030101010101" pitchFamily="2" charset="-122"/>
              </a:rPr>
              <a:t>• </a:t>
            </a:r>
            <a:r>
              <a:rPr lang="zh-CN" altLang="en-US" sz="1400" dirty="0">
                <a:solidFill>
                  <a:srgbClr val="1F2937"/>
                </a:solidFill>
                <a:latin typeface="宋体" panose="02010600030101010101" pitchFamily="2" charset="-122"/>
                <a:ea typeface="宋体" panose="02010600030101010101" pitchFamily="2" charset="-122"/>
              </a:rPr>
              <a:t>眼镜夹片式感知主机：采集环境信息
</a:t>
            </a:r>
            <a:r>
              <a:rPr lang="en-US" altLang="zh-CN" sz="1400" dirty="0">
                <a:solidFill>
                  <a:srgbClr val="1F2937"/>
                </a:solidFill>
                <a:latin typeface="宋体" panose="02010600030101010101" pitchFamily="2" charset="-122"/>
                <a:ea typeface="宋体" panose="02010600030101010101" pitchFamily="2" charset="-122"/>
              </a:rPr>
              <a:t>• </a:t>
            </a:r>
            <a:r>
              <a:rPr lang="zh-CN" altLang="en-US" sz="1400" dirty="0">
                <a:solidFill>
                  <a:srgbClr val="1F2937"/>
                </a:solidFill>
                <a:latin typeface="宋体" panose="02010600030101010101" pitchFamily="2" charset="-122"/>
                <a:ea typeface="宋体" panose="02010600030101010101" pitchFamily="2" charset="-122"/>
              </a:rPr>
              <a:t>触觉反馈腰带</a:t>
            </a:r>
            <a:r>
              <a:rPr lang="en-US" altLang="zh-CN" sz="1400" dirty="0">
                <a:solidFill>
                  <a:srgbClr val="1F2937"/>
                </a:solidFill>
                <a:latin typeface="宋体" panose="02010600030101010101" pitchFamily="2" charset="-122"/>
                <a:ea typeface="宋体" panose="02010600030101010101" pitchFamily="2" charset="-122"/>
              </a:rPr>
              <a:t>/</a:t>
            </a:r>
            <a:r>
              <a:rPr lang="zh-CN" altLang="en-US" sz="1400" dirty="0">
                <a:solidFill>
                  <a:srgbClr val="1F2937"/>
                </a:solidFill>
                <a:latin typeface="宋体" panose="02010600030101010101" pitchFamily="2" charset="-122"/>
                <a:ea typeface="宋体" panose="02010600030101010101" pitchFamily="2" charset="-122"/>
              </a:rPr>
              <a:t>腕带：方向与风险提醒
</a:t>
            </a:r>
            <a:r>
              <a:rPr lang="en-US" altLang="zh-CN" sz="1400" dirty="0">
                <a:solidFill>
                  <a:srgbClr val="1F2937"/>
                </a:solidFill>
                <a:latin typeface="宋体" panose="02010600030101010101" pitchFamily="2" charset="-122"/>
                <a:ea typeface="宋体" panose="02010600030101010101" pitchFamily="2" charset="-122"/>
              </a:rPr>
              <a:t>• </a:t>
            </a:r>
            <a:r>
              <a:rPr lang="zh-CN" altLang="en-US" sz="1400" dirty="0">
                <a:solidFill>
                  <a:srgbClr val="1F2937"/>
                </a:solidFill>
                <a:latin typeface="宋体" panose="02010600030101010101" pitchFamily="2" charset="-122"/>
                <a:ea typeface="宋体" panose="02010600030101010101" pitchFamily="2" charset="-122"/>
              </a:rPr>
              <a:t>骨传导语音终端：关键语义播报
</a:t>
            </a:r>
            <a:r>
              <a:rPr lang="en-US" altLang="zh-CN" sz="1400" dirty="0">
                <a:solidFill>
                  <a:srgbClr val="1F2937"/>
                </a:solidFill>
                <a:latin typeface="宋体" panose="02010600030101010101" pitchFamily="2" charset="-122"/>
                <a:ea typeface="宋体" panose="02010600030101010101" pitchFamily="2" charset="-122"/>
              </a:rPr>
              <a:t>• </a:t>
            </a:r>
            <a:r>
              <a:rPr lang="zh-CN" altLang="en-US" sz="1400" dirty="0">
                <a:solidFill>
                  <a:srgbClr val="1F2937"/>
                </a:solidFill>
                <a:latin typeface="宋体" panose="02010600030101010101" pitchFamily="2" charset="-122"/>
                <a:ea typeface="宋体" panose="02010600030101010101" pitchFamily="2" charset="-122"/>
              </a:rPr>
              <a:t>手机 </a:t>
            </a:r>
            <a:r>
              <a:rPr lang="en-US" altLang="zh-CN" sz="1400" dirty="0">
                <a:solidFill>
                  <a:srgbClr val="1F2937"/>
                </a:solidFill>
                <a:latin typeface="宋体" panose="02010600030101010101" pitchFamily="2" charset="-122"/>
                <a:ea typeface="宋体" panose="02010600030101010101" pitchFamily="2" charset="-122"/>
              </a:rPr>
              <a:t>App</a:t>
            </a:r>
            <a:r>
              <a:rPr lang="zh-CN" altLang="en-US" sz="1400" dirty="0">
                <a:solidFill>
                  <a:srgbClr val="1F2937"/>
                </a:solidFill>
                <a:latin typeface="宋体" panose="02010600030101010101" pitchFamily="2" charset="-122"/>
                <a:ea typeface="宋体" panose="02010600030101010101" pitchFamily="2" charset="-122"/>
              </a:rPr>
              <a:t>：定位共享、紧急求助、安全联动</a:t>
            </a:r>
          </a:p>
        </p:txBody>
      </p:sp>
      <p:sp>
        <p:nvSpPr>
          <p:cNvPr id="10" name="Rounded Rectangle 14">
            <a:extLst>
              <a:ext uri="{FF2B5EF4-FFF2-40B4-BE49-F238E27FC236}">
                <a16:creationId xmlns:a16="http://schemas.microsoft.com/office/drawing/2014/main" id="{B1AB85FB-B630-B8B0-5ED4-DED2E1A376E7}"/>
              </a:ext>
            </a:extLst>
          </p:cNvPr>
          <p:cNvSpPr/>
          <p:nvPr/>
        </p:nvSpPr>
        <p:spPr>
          <a:xfrm>
            <a:off x="6742776" y="3034736"/>
            <a:ext cx="1417320" cy="292608"/>
          </a:xfrm>
          <a:prstGeom prst="roundRect">
            <a:avLst>
              <a:gd name="adj" fmla="val 20000"/>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Microsoft YaHei"/>
              </a:rPr>
              <a:t>场景1  </a:t>
            </a:r>
            <a:r>
              <a:rPr sz="1200" b="1" dirty="0" err="1">
                <a:solidFill>
                  <a:srgbClr val="FFFFFF"/>
                </a:solidFill>
                <a:latin typeface="Microsoft YaHei"/>
              </a:rPr>
              <a:t>障碍避让</a:t>
            </a:r>
            <a:endParaRPr sz="1200" b="1" dirty="0">
              <a:solidFill>
                <a:srgbClr val="FFFFFF"/>
              </a:solidFill>
              <a:latin typeface="Microsoft YaHei"/>
            </a:endParaRPr>
          </a:p>
        </p:txBody>
      </p:sp>
      <p:sp>
        <p:nvSpPr>
          <p:cNvPr id="11" name="文本框 10">
            <a:extLst>
              <a:ext uri="{FF2B5EF4-FFF2-40B4-BE49-F238E27FC236}">
                <a16:creationId xmlns:a16="http://schemas.microsoft.com/office/drawing/2014/main" id="{B2BC4ECA-9F2D-9BB1-C75C-91834CAD425C}"/>
              </a:ext>
            </a:extLst>
          </p:cNvPr>
          <p:cNvSpPr txBox="1"/>
          <p:nvPr/>
        </p:nvSpPr>
        <p:spPr>
          <a:xfrm>
            <a:off x="6742776" y="3429000"/>
            <a:ext cx="4895042" cy="523220"/>
          </a:xfrm>
          <a:prstGeom prst="rect">
            <a:avLst/>
          </a:prstGeom>
          <a:noFill/>
        </p:spPr>
        <p:txBody>
          <a:bodyPr wrap="square" rtlCol="0">
            <a:spAutoFit/>
          </a:bodyPr>
          <a:lstStyle/>
          <a:p>
            <a:r>
              <a:rPr lang="zh-CN" altLang="en-US" sz="1400" dirty="0">
                <a:solidFill>
                  <a:srgbClr val="1F2937"/>
                </a:solidFill>
                <a:latin typeface="宋体" panose="02010600030101010101" pitchFamily="2" charset="-122"/>
                <a:ea typeface="宋体" panose="02010600030101010101" pitchFamily="2" charset="-122"/>
              </a:rPr>
              <a:t>前方 </a:t>
            </a:r>
            <a:r>
              <a:rPr lang="en-US" altLang="zh-CN" sz="1400" dirty="0">
                <a:solidFill>
                  <a:srgbClr val="1F2937"/>
                </a:solidFill>
                <a:latin typeface="宋体" panose="02010600030101010101" pitchFamily="2" charset="-122"/>
                <a:ea typeface="宋体" panose="02010600030101010101" pitchFamily="2" charset="-122"/>
              </a:rPr>
              <a:t>2.5 </a:t>
            </a:r>
            <a:r>
              <a:rPr lang="zh-CN" altLang="en-US" sz="1400" dirty="0">
                <a:solidFill>
                  <a:srgbClr val="1F2937"/>
                </a:solidFill>
                <a:latin typeface="宋体" panose="02010600030101010101" pitchFamily="2" charset="-122"/>
                <a:ea typeface="宋体" panose="02010600030101010101" pitchFamily="2" charset="-122"/>
              </a:rPr>
              <a:t>米存在障碍物 → 系统识别风险 → 腰带左侧震动 </a:t>
            </a:r>
            <a:r>
              <a:rPr lang="en-US" altLang="zh-CN" sz="1400" dirty="0">
                <a:solidFill>
                  <a:srgbClr val="1F2937"/>
                </a:solidFill>
                <a:latin typeface="宋体" panose="02010600030101010101" pitchFamily="2" charset="-122"/>
                <a:ea typeface="宋体" panose="02010600030101010101" pitchFamily="2" charset="-122"/>
              </a:rPr>
              <a:t>+ </a:t>
            </a:r>
            <a:r>
              <a:rPr lang="zh-CN" altLang="en-US" sz="1400" dirty="0">
                <a:solidFill>
                  <a:srgbClr val="1F2937"/>
                </a:solidFill>
                <a:latin typeface="宋体" panose="02010600030101010101" pitchFamily="2" charset="-122"/>
                <a:ea typeface="宋体" panose="02010600030101010101" pitchFamily="2" charset="-122"/>
              </a:rPr>
              <a:t>语音提示“请向左避让</a:t>
            </a:r>
            <a:endParaRPr lang="zh-CN" altLang="en-US" sz="1400" dirty="0">
              <a:latin typeface="宋体" panose="02010600030101010101" pitchFamily="2" charset="-122"/>
              <a:ea typeface="宋体" panose="02010600030101010101" pitchFamily="2" charset="-122"/>
            </a:endParaRPr>
          </a:p>
        </p:txBody>
      </p:sp>
      <p:sp>
        <p:nvSpPr>
          <p:cNvPr id="13" name="Rounded Rectangle 14">
            <a:extLst>
              <a:ext uri="{FF2B5EF4-FFF2-40B4-BE49-F238E27FC236}">
                <a16:creationId xmlns:a16="http://schemas.microsoft.com/office/drawing/2014/main" id="{9B7D69E8-1946-2F5E-D5B7-64C7145FFDFA}"/>
              </a:ext>
            </a:extLst>
          </p:cNvPr>
          <p:cNvSpPr/>
          <p:nvPr/>
        </p:nvSpPr>
        <p:spPr>
          <a:xfrm>
            <a:off x="6742776" y="4298752"/>
            <a:ext cx="1417320" cy="292608"/>
          </a:xfrm>
          <a:prstGeom prst="roundRect">
            <a:avLst>
              <a:gd name="adj" fmla="val 20000"/>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Microsoft YaHei"/>
              </a:rPr>
              <a:t>场景</a:t>
            </a:r>
            <a:r>
              <a:rPr lang="en-US" sz="1200" b="1" dirty="0">
                <a:solidFill>
                  <a:srgbClr val="FFFFFF"/>
                </a:solidFill>
                <a:latin typeface="Microsoft YaHei"/>
              </a:rPr>
              <a:t>2</a:t>
            </a:r>
            <a:r>
              <a:rPr sz="1200" b="1" dirty="0">
                <a:solidFill>
                  <a:srgbClr val="FFFFFF"/>
                </a:solidFill>
                <a:latin typeface="Microsoft YaHei"/>
              </a:rPr>
              <a:t>  </a:t>
            </a:r>
            <a:r>
              <a:rPr lang="zh-CN" altLang="en-US" sz="1200" b="1" dirty="0">
                <a:solidFill>
                  <a:srgbClr val="FFFFFF"/>
                </a:solidFill>
                <a:latin typeface="微软雅黑" panose="020B0503020204020204" pitchFamily="34" charset="-122"/>
                <a:ea typeface="微软雅黑" panose="020B0503020204020204" pitchFamily="34" charset="-122"/>
              </a:rPr>
              <a:t>路口提醒</a:t>
            </a:r>
            <a:endParaRPr sz="1200" b="1" dirty="0">
              <a:solidFill>
                <a:srgbClr val="FFFFFF"/>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8B2A3EB-EF75-850D-4C63-E3C6E82E349D}"/>
              </a:ext>
            </a:extLst>
          </p:cNvPr>
          <p:cNvSpPr txBox="1"/>
          <p:nvPr/>
        </p:nvSpPr>
        <p:spPr>
          <a:xfrm>
            <a:off x="6742776" y="4693016"/>
            <a:ext cx="4895042" cy="523220"/>
          </a:xfrm>
          <a:prstGeom prst="rect">
            <a:avLst/>
          </a:prstGeom>
          <a:noFill/>
        </p:spPr>
        <p:txBody>
          <a:bodyPr wrap="square" rtlCol="0">
            <a:spAutoFit/>
          </a:bodyPr>
          <a:lstStyle/>
          <a:p>
            <a:r>
              <a:rPr lang="zh-CN" altLang="en-US" sz="1400" b="0" dirty="0">
                <a:solidFill>
                  <a:srgbClr val="1F2937"/>
                </a:solidFill>
                <a:latin typeface="Microsoft YaHei"/>
              </a:rPr>
              <a:t>检测到车辆接近或路口环境复杂 → 高频震动 </a:t>
            </a:r>
            <a:r>
              <a:rPr lang="en-US" altLang="zh-CN" sz="1400" b="0" dirty="0">
                <a:solidFill>
                  <a:srgbClr val="1F2937"/>
                </a:solidFill>
                <a:latin typeface="Microsoft YaHei"/>
              </a:rPr>
              <a:t>+ </a:t>
            </a:r>
            <a:r>
              <a:rPr lang="zh-CN" altLang="en-US" sz="1400" b="0" dirty="0">
                <a:solidFill>
                  <a:srgbClr val="1F2937"/>
                </a:solidFill>
                <a:latin typeface="Microsoft YaHei"/>
              </a:rPr>
              <a:t>骨传导语音提醒“请暂停通行</a:t>
            </a:r>
            <a:endParaRPr lang="zh-CN" altLang="en-US" sz="1400" dirty="0">
              <a:latin typeface="宋体" panose="02010600030101010101" pitchFamily="2" charset="-122"/>
              <a:ea typeface="宋体" panose="02010600030101010101" pitchFamily="2" charset="-122"/>
            </a:endParaRPr>
          </a:p>
        </p:txBody>
      </p:sp>
      <p:sp>
        <p:nvSpPr>
          <p:cNvPr id="18" name="Rounded Rectangle 14">
            <a:extLst>
              <a:ext uri="{FF2B5EF4-FFF2-40B4-BE49-F238E27FC236}">
                <a16:creationId xmlns:a16="http://schemas.microsoft.com/office/drawing/2014/main" id="{3470C17A-8AFC-AEFA-ABF8-EB75D7BDB807}"/>
              </a:ext>
            </a:extLst>
          </p:cNvPr>
          <p:cNvSpPr/>
          <p:nvPr/>
        </p:nvSpPr>
        <p:spPr>
          <a:xfrm>
            <a:off x="6742776" y="5657791"/>
            <a:ext cx="1417320" cy="292608"/>
          </a:xfrm>
          <a:prstGeom prst="roundRect">
            <a:avLst>
              <a:gd name="adj" fmla="val 20000"/>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Microsoft YaHei"/>
              </a:rPr>
              <a:t>场景</a:t>
            </a:r>
            <a:r>
              <a:rPr lang="en-US" sz="1200" b="1" dirty="0">
                <a:solidFill>
                  <a:srgbClr val="FFFFFF"/>
                </a:solidFill>
                <a:latin typeface="Microsoft YaHei"/>
              </a:rPr>
              <a:t>3</a:t>
            </a:r>
            <a:r>
              <a:rPr sz="1200" b="1" dirty="0">
                <a:solidFill>
                  <a:srgbClr val="FFFFFF"/>
                </a:solidFill>
                <a:latin typeface="Microsoft YaHei"/>
              </a:rPr>
              <a:t>  </a:t>
            </a:r>
            <a:r>
              <a:rPr lang="zh-CN" altLang="en-US" sz="1200" b="1" dirty="0">
                <a:solidFill>
                  <a:srgbClr val="FFFFFF"/>
                </a:solidFill>
                <a:latin typeface="微软雅黑" panose="020B0503020204020204" pitchFamily="34" charset="-122"/>
                <a:ea typeface="微软雅黑" panose="020B0503020204020204" pitchFamily="34" charset="-122"/>
              </a:rPr>
              <a:t>紧急求助</a:t>
            </a:r>
            <a:endParaRPr sz="1200" b="1" dirty="0">
              <a:solidFill>
                <a:srgbClr val="FFFFFF"/>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F723D719-79E9-4498-53C3-FD6C98D57E96}"/>
              </a:ext>
            </a:extLst>
          </p:cNvPr>
          <p:cNvSpPr txBox="1"/>
          <p:nvPr/>
        </p:nvSpPr>
        <p:spPr>
          <a:xfrm>
            <a:off x="6742776" y="6052055"/>
            <a:ext cx="4895042" cy="523220"/>
          </a:xfrm>
          <a:prstGeom prst="rect">
            <a:avLst/>
          </a:prstGeom>
          <a:noFill/>
        </p:spPr>
        <p:txBody>
          <a:bodyPr wrap="square" rtlCol="0">
            <a:spAutoFit/>
          </a:bodyPr>
          <a:lstStyle/>
          <a:p>
            <a:r>
              <a:rPr lang="zh-CN" altLang="en-US" sz="1400" b="0" dirty="0">
                <a:solidFill>
                  <a:srgbClr val="1F2937"/>
                </a:solidFill>
                <a:latin typeface="Microsoft YaHei"/>
              </a:rPr>
              <a:t>用户长时间停留或主动触发求助 → </a:t>
            </a:r>
            <a:r>
              <a:rPr lang="en-US" altLang="zh-CN" sz="1400" b="0" dirty="0">
                <a:solidFill>
                  <a:srgbClr val="1F2937"/>
                </a:solidFill>
                <a:latin typeface="Microsoft YaHei"/>
              </a:rPr>
              <a:t>App </a:t>
            </a:r>
            <a:r>
              <a:rPr lang="zh-CN" altLang="en-US" sz="1400" b="0" dirty="0">
                <a:solidFill>
                  <a:srgbClr val="1F2937"/>
                </a:solidFill>
                <a:latin typeface="Microsoft YaHei"/>
              </a:rPr>
              <a:t>自动发送定位信息与紧急提醒给联系人</a:t>
            </a:r>
          </a:p>
        </p:txBody>
      </p:sp>
    </p:spTree>
    <p:extLst>
      <p:ext uri="{BB962C8B-B14F-4D97-AF65-F5344CB8AC3E}">
        <p14:creationId xmlns:p14="http://schemas.microsoft.com/office/powerpoint/2010/main" val="730293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1000" fill="hold"/>
                                        <p:tgtEl>
                                          <p:spTgt spid="14"/>
                                        </p:tgtEl>
                                        <p:attrNameLst>
                                          <p:attrName>ppt_w</p:attrName>
                                        </p:attrNameLst>
                                      </p:cBhvr>
                                      <p:tavLst>
                                        <p:tav tm="0">
                                          <p:val>
                                            <p:fltVal val="0"/>
                                          </p:val>
                                        </p:tav>
                                        <p:tav tm="100000">
                                          <p:val>
                                            <p:strVal val="#ppt_w"/>
                                          </p:val>
                                        </p:tav>
                                      </p:tavLst>
                                    </p:anim>
                                    <p:anim calcmode="lin" valueType="num">
                                      <p:cBhvr>
                                        <p:cTn id="22" dur="1000" fill="hold"/>
                                        <p:tgtEl>
                                          <p:spTgt spid="14"/>
                                        </p:tgtEl>
                                        <p:attrNameLst>
                                          <p:attrName>ppt_h</p:attrName>
                                        </p:attrNameLst>
                                      </p:cBhvr>
                                      <p:tavLst>
                                        <p:tav tm="0">
                                          <p:val>
                                            <p:fltVal val="0"/>
                                          </p:val>
                                        </p:tav>
                                        <p:tav tm="100000">
                                          <p:val>
                                            <p:strVal val="#ppt_h"/>
                                          </p:val>
                                        </p:tav>
                                      </p:tavLst>
                                    </p:anim>
                                    <p:anim calcmode="lin" valueType="num">
                                      <p:cBhvr>
                                        <p:cTn id="23" dur="1000" fill="hold"/>
                                        <p:tgtEl>
                                          <p:spTgt spid="14"/>
                                        </p:tgtEl>
                                        <p:attrNameLst>
                                          <p:attrName>style.rotation</p:attrName>
                                        </p:attrNameLst>
                                      </p:cBhvr>
                                      <p:tavLst>
                                        <p:tav tm="0">
                                          <p:val>
                                            <p:fltVal val="90"/>
                                          </p:val>
                                        </p:tav>
                                        <p:tav tm="100000">
                                          <p:val>
                                            <p:fltVal val="0"/>
                                          </p:val>
                                        </p:tav>
                                      </p:tavLst>
                                    </p:anim>
                                    <p:animEffect transition="in" filter="fade">
                                      <p:cBhvr>
                                        <p:cTn id="24" dur="10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p:bldP spid="18" grpId="0"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4C1CC6-7305-F118-9756-58999E4D23F6}"/>
              </a:ext>
            </a:extLst>
          </p:cNvPr>
          <p:cNvSpPr>
            <a:spLocks noGrp="1"/>
          </p:cNvSpPr>
          <p:nvPr>
            <p:ph type="title"/>
          </p:nvPr>
        </p:nvSpPr>
        <p:spPr>
          <a:xfrm>
            <a:off x="681182" y="180397"/>
            <a:ext cx="10515600" cy="1325563"/>
          </a:xfrm>
        </p:spPr>
        <p:txBody>
          <a:bodyPr/>
          <a:lstStyle/>
          <a:p>
            <a:r>
              <a:rPr lang="zh-CN" altLang="en-US" b="1" dirty="0">
                <a:latin typeface="宋体" panose="02010600030101010101" pitchFamily="2" charset="-122"/>
                <a:ea typeface="宋体" panose="02010600030101010101" pitchFamily="2" charset="-122"/>
              </a:rPr>
              <a:t>行业及市场前景</a:t>
            </a:r>
          </a:p>
        </p:txBody>
      </p:sp>
      <p:sp>
        <p:nvSpPr>
          <p:cNvPr id="28" name="Shape 19">
            <a:extLst>
              <a:ext uri="{FF2B5EF4-FFF2-40B4-BE49-F238E27FC236}">
                <a16:creationId xmlns:a16="http://schemas.microsoft.com/office/drawing/2014/main" id="{FE9CD8EF-2BF5-D97A-8F59-7780BCAF2835}"/>
              </a:ext>
            </a:extLst>
          </p:cNvPr>
          <p:cNvSpPr/>
          <p:nvPr/>
        </p:nvSpPr>
        <p:spPr>
          <a:xfrm>
            <a:off x="468745" y="1505960"/>
            <a:ext cx="3063240" cy="384048"/>
          </a:xfrm>
          <a:prstGeom prst="roundRect">
            <a:avLst>
              <a:gd name="adj" fmla="val 28571"/>
            </a:avLst>
          </a:prstGeom>
          <a:solidFill>
            <a:srgbClr val="1D4ED8"/>
          </a:solidFill>
          <a:ln w="12700">
            <a:solidFill>
              <a:srgbClr val="1D4ED8"/>
            </a:solidFill>
            <a:prstDash val="solid"/>
          </a:ln>
        </p:spPr>
        <p:txBody>
          <a:bodyPr/>
          <a:lstStyle/>
          <a:p>
            <a:endParaRPr lang="zh-CN" altLang="en-US"/>
          </a:p>
        </p:txBody>
      </p:sp>
      <p:sp>
        <p:nvSpPr>
          <p:cNvPr id="29" name="Text 20">
            <a:extLst>
              <a:ext uri="{FF2B5EF4-FFF2-40B4-BE49-F238E27FC236}">
                <a16:creationId xmlns:a16="http://schemas.microsoft.com/office/drawing/2014/main" id="{0524898B-7DFE-DDE4-40D2-BB46145C5884}"/>
              </a:ext>
            </a:extLst>
          </p:cNvPr>
          <p:cNvSpPr/>
          <p:nvPr/>
        </p:nvSpPr>
        <p:spPr>
          <a:xfrm>
            <a:off x="468745" y="1515104"/>
            <a:ext cx="3063240" cy="365760"/>
          </a:xfrm>
          <a:prstGeom prst="rect">
            <a:avLst/>
          </a:prstGeom>
          <a:noFill/>
          <a:ln/>
        </p:spPr>
        <p:txBody>
          <a:bodyPr wrap="square" lIns="635" tIns="635" rIns="635" bIns="635" rtlCol="0" anchor="ctr">
            <a:normAutofit/>
          </a:bodyPr>
          <a:lstStyle/>
          <a:p>
            <a:pPr marL="0" indent="0" algn="ctr">
              <a:buNone/>
            </a:pPr>
            <a:r>
              <a:rPr lang="en-US" sz="1500" b="1" dirty="0">
                <a:solidFill>
                  <a:srgbClr val="FFFFFF"/>
                </a:solidFill>
                <a:latin typeface="Microsoft YaHei" pitchFamily="34" charset="0"/>
                <a:ea typeface="Microsoft YaHei" pitchFamily="34" charset="-122"/>
                <a:cs typeface="Microsoft YaHei" pitchFamily="34" charset="-120"/>
              </a:rPr>
              <a:t>目标用户</a:t>
            </a:r>
            <a:endParaRPr lang="en-US" sz="1500" dirty="0"/>
          </a:p>
        </p:txBody>
      </p:sp>
      <p:sp>
        <p:nvSpPr>
          <p:cNvPr id="30" name="Shape 21">
            <a:extLst>
              <a:ext uri="{FF2B5EF4-FFF2-40B4-BE49-F238E27FC236}">
                <a16:creationId xmlns:a16="http://schemas.microsoft.com/office/drawing/2014/main" id="{BD871489-7D3E-3E90-0B8B-2673222DAA32}"/>
              </a:ext>
            </a:extLst>
          </p:cNvPr>
          <p:cNvSpPr/>
          <p:nvPr/>
        </p:nvSpPr>
        <p:spPr>
          <a:xfrm>
            <a:off x="679057" y="2036312"/>
            <a:ext cx="2651760" cy="658368"/>
          </a:xfrm>
          <a:prstGeom prst="roundRect">
            <a:avLst>
              <a:gd name="adj" fmla="val 13889"/>
            </a:avLst>
          </a:prstGeom>
          <a:solidFill>
            <a:srgbClr val="FFFFFF"/>
          </a:solidFill>
          <a:ln w="12700">
            <a:solidFill>
              <a:srgbClr val="BFDBFE"/>
            </a:solidFill>
            <a:prstDash val="solid"/>
          </a:ln>
        </p:spPr>
        <p:txBody>
          <a:bodyPr/>
          <a:lstStyle/>
          <a:p>
            <a:endParaRPr lang="zh-CN" altLang="en-US"/>
          </a:p>
        </p:txBody>
      </p:sp>
      <p:sp>
        <p:nvSpPr>
          <p:cNvPr id="31" name="Shape 22">
            <a:extLst>
              <a:ext uri="{FF2B5EF4-FFF2-40B4-BE49-F238E27FC236}">
                <a16:creationId xmlns:a16="http://schemas.microsoft.com/office/drawing/2014/main" id="{66909365-4C78-157D-C9C0-177C52E008E6}"/>
              </a:ext>
            </a:extLst>
          </p:cNvPr>
          <p:cNvSpPr/>
          <p:nvPr/>
        </p:nvSpPr>
        <p:spPr>
          <a:xfrm>
            <a:off x="816217" y="2164328"/>
            <a:ext cx="402336" cy="402336"/>
          </a:xfrm>
          <a:prstGeom prst="ellipse">
            <a:avLst/>
          </a:prstGeom>
          <a:solidFill>
            <a:srgbClr val="1D4ED8"/>
          </a:solidFill>
          <a:ln w="12700">
            <a:solidFill>
              <a:srgbClr val="1D4ED8"/>
            </a:solidFill>
            <a:prstDash val="solid"/>
          </a:ln>
        </p:spPr>
        <p:txBody>
          <a:bodyPr/>
          <a:lstStyle/>
          <a:p>
            <a:endParaRPr lang="zh-CN" altLang="en-US"/>
          </a:p>
        </p:txBody>
      </p:sp>
      <p:sp>
        <p:nvSpPr>
          <p:cNvPr id="32" name="Text 23">
            <a:extLst>
              <a:ext uri="{FF2B5EF4-FFF2-40B4-BE49-F238E27FC236}">
                <a16:creationId xmlns:a16="http://schemas.microsoft.com/office/drawing/2014/main" id="{37D994C3-5906-0219-21A5-B063E1C60EDB}"/>
              </a:ext>
            </a:extLst>
          </p:cNvPr>
          <p:cNvSpPr/>
          <p:nvPr/>
        </p:nvSpPr>
        <p:spPr>
          <a:xfrm>
            <a:off x="816217" y="2173472"/>
            <a:ext cx="402336" cy="384048"/>
          </a:xfrm>
          <a:prstGeom prst="rect">
            <a:avLst/>
          </a:prstGeom>
          <a:noFill/>
          <a:ln/>
        </p:spPr>
        <p:txBody>
          <a:bodyPr wrap="square" lIns="635" tIns="635" rIns="635" bIns="635" rtlCol="0" anchor="ctr">
            <a:normAutofit/>
          </a:bodyP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01</a:t>
            </a:r>
            <a:endParaRPr lang="en-US" sz="1600" dirty="0"/>
          </a:p>
        </p:txBody>
      </p:sp>
      <p:sp>
        <p:nvSpPr>
          <p:cNvPr id="33" name="Text 24">
            <a:extLst>
              <a:ext uri="{FF2B5EF4-FFF2-40B4-BE49-F238E27FC236}">
                <a16:creationId xmlns:a16="http://schemas.microsoft.com/office/drawing/2014/main" id="{4188EF24-14B8-787D-17A7-F475A706457C}"/>
              </a:ext>
            </a:extLst>
          </p:cNvPr>
          <p:cNvSpPr/>
          <p:nvPr/>
        </p:nvSpPr>
        <p:spPr>
          <a:xfrm>
            <a:off x="1319137" y="2118608"/>
            <a:ext cx="1783080" cy="219456"/>
          </a:xfrm>
          <a:prstGeom prst="rect">
            <a:avLst/>
          </a:prstGeom>
          <a:noFill/>
          <a:ln/>
        </p:spPr>
        <p:txBody>
          <a:bodyPr wrap="square" lIns="635" tIns="635" rIns="635" bIns="635" rtlCol="0" anchor="ctr">
            <a:normAutofit/>
          </a:bodyPr>
          <a:lstStyle/>
          <a:p>
            <a:pPr marL="0" indent="0" algn="l">
              <a:buNone/>
            </a:pPr>
            <a:r>
              <a:rPr lang="en-US" sz="1200" b="1" dirty="0">
                <a:solidFill>
                  <a:srgbClr val="1D4ED8"/>
                </a:solidFill>
                <a:latin typeface="Microsoft YaHei" pitchFamily="34" charset="0"/>
                <a:ea typeface="Microsoft YaHei" pitchFamily="34" charset="-122"/>
                <a:cs typeface="Microsoft YaHei" pitchFamily="34" charset="-120"/>
              </a:rPr>
              <a:t>视障人士及低视力人群</a:t>
            </a:r>
            <a:endParaRPr lang="en-US" sz="1200" dirty="0"/>
          </a:p>
        </p:txBody>
      </p:sp>
      <p:sp>
        <p:nvSpPr>
          <p:cNvPr id="34" name="Text 25">
            <a:extLst>
              <a:ext uri="{FF2B5EF4-FFF2-40B4-BE49-F238E27FC236}">
                <a16:creationId xmlns:a16="http://schemas.microsoft.com/office/drawing/2014/main" id="{31B7F22F-8E82-EEF8-E2AA-E72C8723C2EE}"/>
              </a:ext>
            </a:extLst>
          </p:cNvPr>
          <p:cNvSpPr/>
          <p:nvPr/>
        </p:nvSpPr>
        <p:spPr>
          <a:xfrm>
            <a:off x="1319137" y="2374640"/>
            <a:ext cx="1920240" cy="201168"/>
          </a:xfrm>
          <a:prstGeom prst="rect">
            <a:avLst/>
          </a:prstGeom>
          <a:noFill/>
          <a:ln/>
        </p:spPr>
        <p:txBody>
          <a:bodyPr wrap="square" lIns="635" tIns="635" rIns="635" bIns="635" rtlCol="0" anchor="ctr">
            <a:normAutofit/>
          </a:bodyPr>
          <a:lstStyle/>
          <a:p>
            <a:pPr marL="0" indent="0" algn="l">
              <a:buNone/>
            </a:pPr>
            <a:r>
              <a:rPr lang="en-US" sz="900" dirty="0">
                <a:solidFill>
                  <a:srgbClr val="1F2937"/>
                </a:solidFill>
                <a:latin typeface="Microsoft YaHei" pitchFamily="34" charset="0"/>
                <a:ea typeface="Microsoft YaHei" pitchFamily="34" charset="-122"/>
                <a:cs typeface="Microsoft YaHei" pitchFamily="34" charset="-120"/>
              </a:rPr>
              <a:t>独立出行、安全提醒、紧急求助</a:t>
            </a:r>
            <a:endParaRPr lang="en-US" sz="900" dirty="0"/>
          </a:p>
        </p:txBody>
      </p:sp>
      <p:sp>
        <p:nvSpPr>
          <p:cNvPr id="35" name="Shape 26">
            <a:extLst>
              <a:ext uri="{FF2B5EF4-FFF2-40B4-BE49-F238E27FC236}">
                <a16:creationId xmlns:a16="http://schemas.microsoft.com/office/drawing/2014/main" id="{5BEDECD5-FCE6-C566-3F5D-AB64C18BA031}"/>
              </a:ext>
            </a:extLst>
          </p:cNvPr>
          <p:cNvSpPr/>
          <p:nvPr/>
        </p:nvSpPr>
        <p:spPr>
          <a:xfrm>
            <a:off x="679057" y="2822696"/>
            <a:ext cx="2651760" cy="658368"/>
          </a:xfrm>
          <a:prstGeom prst="roundRect">
            <a:avLst>
              <a:gd name="adj" fmla="val 13889"/>
            </a:avLst>
          </a:prstGeom>
          <a:solidFill>
            <a:srgbClr val="FFFFFF"/>
          </a:solidFill>
          <a:ln w="12700">
            <a:solidFill>
              <a:srgbClr val="BFDBFE"/>
            </a:solidFill>
            <a:prstDash val="solid"/>
          </a:ln>
        </p:spPr>
        <p:txBody>
          <a:bodyPr/>
          <a:lstStyle/>
          <a:p>
            <a:endParaRPr lang="zh-CN" altLang="en-US"/>
          </a:p>
        </p:txBody>
      </p:sp>
      <p:sp>
        <p:nvSpPr>
          <p:cNvPr id="36" name="Shape 27">
            <a:extLst>
              <a:ext uri="{FF2B5EF4-FFF2-40B4-BE49-F238E27FC236}">
                <a16:creationId xmlns:a16="http://schemas.microsoft.com/office/drawing/2014/main" id="{AA47A749-76D5-4B4A-0882-6DAAD137BB40}"/>
              </a:ext>
            </a:extLst>
          </p:cNvPr>
          <p:cNvSpPr/>
          <p:nvPr/>
        </p:nvSpPr>
        <p:spPr>
          <a:xfrm>
            <a:off x="816217" y="2950712"/>
            <a:ext cx="402336" cy="402336"/>
          </a:xfrm>
          <a:prstGeom prst="ellipse">
            <a:avLst/>
          </a:prstGeom>
          <a:solidFill>
            <a:srgbClr val="1D4ED8"/>
          </a:solidFill>
          <a:ln w="12700">
            <a:solidFill>
              <a:srgbClr val="1D4ED8"/>
            </a:solidFill>
            <a:prstDash val="solid"/>
          </a:ln>
        </p:spPr>
        <p:txBody>
          <a:bodyPr/>
          <a:lstStyle/>
          <a:p>
            <a:endParaRPr lang="zh-CN" altLang="en-US"/>
          </a:p>
        </p:txBody>
      </p:sp>
      <p:sp>
        <p:nvSpPr>
          <p:cNvPr id="37" name="Text 28">
            <a:extLst>
              <a:ext uri="{FF2B5EF4-FFF2-40B4-BE49-F238E27FC236}">
                <a16:creationId xmlns:a16="http://schemas.microsoft.com/office/drawing/2014/main" id="{15D9B991-1084-87AC-DDB5-06F514F25BAF}"/>
              </a:ext>
            </a:extLst>
          </p:cNvPr>
          <p:cNvSpPr/>
          <p:nvPr/>
        </p:nvSpPr>
        <p:spPr>
          <a:xfrm>
            <a:off x="816217" y="2959856"/>
            <a:ext cx="402336" cy="384048"/>
          </a:xfrm>
          <a:prstGeom prst="rect">
            <a:avLst/>
          </a:prstGeom>
          <a:noFill/>
          <a:ln/>
        </p:spPr>
        <p:txBody>
          <a:bodyPr wrap="square" lIns="635" tIns="635" rIns="635" bIns="635" rtlCol="0" anchor="ctr">
            <a:normAutofit/>
          </a:bodyP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02</a:t>
            </a:r>
            <a:endParaRPr lang="en-US" sz="1600" dirty="0"/>
          </a:p>
        </p:txBody>
      </p:sp>
      <p:sp>
        <p:nvSpPr>
          <p:cNvPr id="38" name="Text 29">
            <a:extLst>
              <a:ext uri="{FF2B5EF4-FFF2-40B4-BE49-F238E27FC236}">
                <a16:creationId xmlns:a16="http://schemas.microsoft.com/office/drawing/2014/main" id="{F1B6D3DC-FE7E-3197-5972-AC03C0B8259C}"/>
              </a:ext>
            </a:extLst>
          </p:cNvPr>
          <p:cNvSpPr/>
          <p:nvPr/>
        </p:nvSpPr>
        <p:spPr>
          <a:xfrm>
            <a:off x="1319137" y="2904992"/>
            <a:ext cx="1783080" cy="219456"/>
          </a:xfrm>
          <a:prstGeom prst="rect">
            <a:avLst/>
          </a:prstGeom>
          <a:noFill/>
          <a:ln/>
        </p:spPr>
        <p:txBody>
          <a:bodyPr wrap="square" lIns="635" tIns="635" rIns="635" bIns="635" rtlCol="0" anchor="ctr">
            <a:normAutofit/>
          </a:bodyPr>
          <a:lstStyle/>
          <a:p>
            <a:pPr marL="0" indent="0" algn="l">
              <a:buNone/>
            </a:pPr>
            <a:r>
              <a:rPr lang="en-US" sz="1200" b="1" dirty="0">
                <a:solidFill>
                  <a:srgbClr val="1D4ED8"/>
                </a:solidFill>
                <a:latin typeface="Microsoft YaHei" pitchFamily="34" charset="0"/>
                <a:ea typeface="Microsoft YaHei" pitchFamily="34" charset="-122"/>
                <a:cs typeface="Microsoft YaHei" pitchFamily="34" charset="-120"/>
              </a:rPr>
              <a:t>家庭及监护人</a:t>
            </a:r>
            <a:endParaRPr lang="en-US" sz="1200" dirty="0"/>
          </a:p>
        </p:txBody>
      </p:sp>
      <p:sp>
        <p:nvSpPr>
          <p:cNvPr id="39" name="Text 30">
            <a:extLst>
              <a:ext uri="{FF2B5EF4-FFF2-40B4-BE49-F238E27FC236}">
                <a16:creationId xmlns:a16="http://schemas.microsoft.com/office/drawing/2014/main" id="{EBDD6743-E526-4169-7940-F359692CAB0E}"/>
              </a:ext>
            </a:extLst>
          </p:cNvPr>
          <p:cNvSpPr/>
          <p:nvPr/>
        </p:nvSpPr>
        <p:spPr>
          <a:xfrm>
            <a:off x="1319137" y="3161024"/>
            <a:ext cx="1920240" cy="201168"/>
          </a:xfrm>
          <a:prstGeom prst="rect">
            <a:avLst/>
          </a:prstGeom>
          <a:noFill/>
          <a:ln/>
        </p:spPr>
        <p:txBody>
          <a:bodyPr wrap="square" lIns="635" tIns="635" rIns="635" bIns="635" rtlCol="0" anchor="ctr">
            <a:normAutofit/>
          </a:bodyPr>
          <a:lstStyle/>
          <a:p>
            <a:pPr marL="0" indent="0" algn="l">
              <a:buNone/>
            </a:pPr>
            <a:r>
              <a:rPr lang="en-US" sz="900" dirty="0">
                <a:solidFill>
                  <a:srgbClr val="1F2937"/>
                </a:solidFill>
                <a:latin typeface="Microsoft YaHei" pitchFamily="34" charset="0"/>
                <a:ea typeface="Microsoft YaHei" pitchFamily="34" charset="-122"/>
                <a:cs typeface="Microsoft YaHei" pitchFamily="34" charset="-120"/>
              </a:rPr>
              <a:t>位置共享、远程协助、安全看护</a:t>
            </a:r>
            <a:endParaRPr lang="en-US" sz="900" dirty="0"/>
          </a:p>
        </p:txBody>
      </p:sp>
      <p:sp>
        <p:nvSpPr>
          <p:cNvPr id="40" name="Shape 31">
            <a:extLst>
              <a:ext uri="{FF2B5EF4-FFF2-40B4-BE49-F238E27FC236}">
                <a16:creationId xmlns:a16="http://schemas.microsoft.com/office/drawing/2014/main" id="{F523D79C-34FE-832C-ED8F-FE8EF59E2DC2}"/>
              </a:ext>
            </a:extLst>
          </p:cNvPr>
          <p:cNvSpPr/>
          <p:nvPr/>
        </p:nvSpPr>
        <p:spPr>
          <a:xfrm>
            <a:off x="679057" y="3609080"/>
            <a:ext cx="2651760" cy="658368"/>
          </a:xfrm>
          <a:prstGeom prst="roundRect">
            <a:avLst>
              <a:gd name="adj" fmla="val 13889"/>
            </a:avLst>
          </a:prstGeom>
          <a:solidFill>
            <a:srgbClr val="FFFFFF"/>
          </a:solidFill>
          <a:ln w="12700">
            <a:solidFill>
              <a:srgbClr val="BFDBFE"/>
            </a:solidFill>
            <a:prstDash val="solid"/>
          </a:ln>
        </p:spPr>
        <p:txBody>
          <a:bodyPr/>
          <a:lstStyle/>
          <a:p>
            <a:endParaRPr lang="zh-CN" altLang="en-US"/>
          </a:p>
        </p:txBody>
      </p:sp>
      <p:sp>
        <p:nvSpPr>
          <p:cNvPr id="41" name="Shape 32">
            <a:extLst>
              <a:ext uri="{FF2B5EF4-FFF2-40B4-BE49-F238E27FC236}">
                <a16:creationId xmlns:a16="http://schemas.microsoft.com/office/drawing/2014/main" id="{93186BE6-DF1E-2D95-3A92-D333C988F93C}"/>
              </a:ext>
            </a:extLst>
          </p:cNvPr>
          <p:cNvSpPr/>
          <p:nvPr/>
        </p:nvSpPr>
        <p:spPr>
          <a:xfrm>
            <a:off x="816217" y="3737096"/>
            <a:ext cx="402336" cy="402336"/>
          </a:xfrm>
          <a:prstGeom prst="ellipse">
            <a:avLst/>
          </a:prstGeom>
          <a:solidFill>
            <a:srgbClr val="1D4ED8"/>
          </a:solidFill>
          <a:ln w="12700">
            <a:solidFill>
              <a:srgbClr val="1D4ED8"/>
            </a:solidFill>
            <a:prstDash val="solid"/>
          </a:ln>
        </p:spPr>
        <p:txBody>
          <a:bodyPr/>
          <a:lstStyle/>
          <a:p>
            <a:endParaRPr lang="zh-CN" altLang="en-US"/>
          </a:p>
        </p:txBody>
      </p:sp>
      <p:sp>
        <p:nvSpPr>
          <p:cNvPr id="42" name="Text 33">
            <a:extLst>
              <a:ext uri="{FF2B5EF4-FFF2-40B4-BE49-F238E27FC236}">
                <a16:creationId xmlns:a16="http://schemas.microsoft.com/office/drawing/2014/main" id="{CABACA99-EFE2-D1E9-6071-7F49820E6B4D}"/>
              </a:ext>
            </a:extLst>
          </p:cNvPr>
          <p:cNvSpPr/>
          <p:nvPr/>
        </p:nvSpPr>
        <p:spPr>
          <a:xfrm>
            <a:off x="816217" y="3746240"/>
            <a:ext cx="402336" cy="384048"/>
          </a:xfrm>
          <a:prstGeom prst="rect">
            <a:avLst/>
          </a:prstGeom>
          <a:noFill/>
          <a:ln/>
        </p:spPr>
        <p:txBody>
          <a:bodyPr wrap="square" lIns="635" tIns="635" rIns="635" bIns="635" rtlCol="0" anchor="ctr">
            <a:normAutofit/>
          </a:bodyP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03</a:t>
            </a:r>
            <a:endParaRPr lang="en-US" sz="1600" dirty="0"/>
          </a:p>
        </p:txBody>
      </p:sp>
      <p:sp>
        <p:nvSpPr>
          <p:cNvPr id="43" name="Text 34">
            <a:extLst>
              <a:ext uri="{FF2B5EF4-FFF2-40B4-BE49-F238E27FC236}">
                <a16:creationId xmlns:a16="http://schemas.microsoft.com/office/drawing/2014/main" id="{F1222F2B-48F2-5937-255B-B817FE35F569}"/>
              </a:ext>
            </a:extLst>
          </p:cNvPr>
          <p:cNvSpPr/>
          <p:nvPr/>
        </p:nvSpPr>
        <p:spPr>
          <a:xfrm>
            <a:off x="1319137" y="3691376"/>
            <a:ext cx="1783080" cy="219456"/>
          </a:xfrm>
          <a:prstGeom prst="rect">
            <a:avLst/>
          </a:prstGeom>
          <a:noFill/>
          <a:ln/>
        </p:spPr>
        <p:txBody>
          <a:bodyPr wrap="square" lIns="635" tIns="635" rIns="635" bIns="635" rtlCol="0" anchor="ctr">
            <a:normAutofit/>
          </a:bodyPr>
          <a:lstStyle/>
          <a:p>
            <a:pPr marL="0" indent="0" algn="l">
              <a:buNone/>
            </a:pPr>
            <a:r>
              <a:rPr lang="en-US" sz="1200" b="1" dirty="0">
                <a:solidFill>
                  <a:srgbClr val="1D4ED8"/>
                </a:solidFill>
                <a:latin typeface="Microsoft YaHei" pitchFamily="34" charset="0"/>
                <a:ea typeface="Microsoft YaHei" pitchFamily="34" charset="-122"/>
                <a:cs typeface="Microsoft YaHei" pitchFamily="34" charset="-120"/>
              </a:rPr>
              <a:t>特殊教育学校 / 康复机构</a:t>
            </a:r>
            <a:endParaRPr lang="en-US" sz="1200" dirty="0"/>
          </a:p>
        </p:txBody>
      </p:sp>
      <p:sp>
        <p:nvSpPr>
          <p:cNvPr id="44" name="Text 35">
            <a:extLst>
              <a:ext uri="{FF2B5EF4-FFF2-40B4-BE49-F238E27FC236}">
                <a16:creationId xmlns:a16="http://schemas.microsoft.com/office/drawing/2014/main" id="{DD7A3AE3-A525-2C10-BCB6-895F3F554A28}"/>
              </a:ext>
            </a:extLst>
          </p:cNvPr>
          <p:cNvSpPr/>
          <p:nvPr/>
        </p:nvSpPr>
        <p:spPr>
          <a:xfrm>
            <a:off x="1319137" y="3947408"/>
            <a:ext cx="1920240" cy="201168"/>
          </a:xfrm>
          <a:prstGeom prst="rect">
            <a:avLst/>
          </a:prstGeom>
          <a:noFill/>
          <a:ln/>
        </p:spPr>
        <p:txBody>
          <a:bodyPr wrap="square" lIns="635" tIns="635" rIns="635" bIns="635" rtlCol="0" anchor="ctr">
            <a:normAutofit/>
          </a:bodyPr>
          <a:lstStyle/>
          <a:p>
            <a:pPr marL="0" indent="0" algn="l">
              <a:buNone/>
            </a:pPr>
            <a:r>
              <a:rPr lang="en-US" sz="900" dirty="0">
                <a:solidFill>
                  <a:srgbClr val="1F2937"/>
                </a:solidFill>
                <a:latin typeface="Microsoft YaHei" pitchFamily="34" charset="0"/>
                <a:ea typeface="Microsoft YaHei" pitchFamily="34" charset="-122"/>
                <a:cs typeface="Microsoft YaHei" pitchFamily="34" charset="-120"/>
              </a:rPr>
              <a:t>集中试用、辅具适配、场景验证</a:t>
            </a:r>
            <a:endParaRPr lang="en-US" sz="900" dirty="0"/>
          </a:p>
        </p:txBody>
      </p:sp>
      <p:sp>
        <p:nvSpPr>
          <p:cNvPr id="45" name="Shape 36">
            <a:extLst>
              <a:ext uri="{FF2B5EF4-FFF2-40B4-BE49-F238E27FC236}">
                <a16:creationId xmlns:a16="http://schemas.microsoft.com/office/drawing/2014/main" id="{6A2B5FCC-2411-D879-C635-4A246C86FE75}"/>
              </a:ext>
            </a:extLst>
          </p:cNvPr>
          <p:cNvSpPr/>
          <p:nvPr/>
        </p:nvSpPr>
        <p:spPr>
          <a:xfrm>
            <a:off x="679057" y="4395464"/>
            <a:ext cx="2651760" cy="658368"/>
          </a:xfrm>
          <a:prstGeom prst="roundRect">
            <a:avLst>
              <a:gd name="adj" fmla="val 13889"/>
            </a:avLst>
          </a:prstGeom>
          <a:solidFill>
            <a:srgbClr val="FFFFFF"/>
          </a:solidFill>
          <a:ln w="12700">
            <a:solidFill>
              <a:srgbClr val="BFDBFE"/>
            </a:solidFill>
            <a:prstDash val="solid"/>
          </a:ln>
        </p:spPr>
        <p:txBody>
          <a:bodyPr/>
          <a:lstStyle/>
          <a:p>
            <a:endParaRPr lang="zh-CN" altLang="en-US"/>
          </a:p>
        </p:txBody>
      </p:sp>
      <p:sp>
        <p:nvSpPr>
          <p:cNvPr id="46" name="Shape 37">
            <a:extLst>
              <a:ext uri="{FF2B5EF4-FFF2-40B4-BE49-F238E27FC236}">
                <a16:creationId xmlns:a16="http://schemas.microsoft.com/office/drawing/2014/main" id="{F27819C5-9E4B-CF41-1E3C-1EBD9897A02A}"/>
              </a:ext>
            </a:extLst>
          </p:cNvPr>
          <p:cNvSpPr/>
          <p:nvPr/>
        </p:nvSpPr>
        <p:spPr>
          <a:xfrm>
            <a:off x="816217" y="4523480"/>
            <a:ext cx="402336" cy="402336"/>
          </a:xfrm>
          <a:prstGeom prst="ellipse">
            <a:avLst/>
          </a:prstGeom>
          <a:solidFill>
            <a:srgbClr val="1D4ED8"/>
          </a:solidFill>
          <a:ln w="12700">
            <a:solidFill>
              <a:srgbClr val="1D4ED8"/>
            </a:solidFill>
            <a:prstDash val="solid"/>
          </a:ln>
        </p:spPr>
        <p:txBody>
          <a:bodyPr/>
          <a:lstStyle/>
          <a:p>
            <a:endParaRPr lang="zh-CN" altLang="en-US"/>
          </a:p>
        </p:txBody>
      </p:sp>
      <p:sp>
        <p:nvSpPr>
          <p:cNvPr id="47" name="Text 38">
            <a:extLst>
              <a:ext uri="{FF2B5EF4-FFF2-40B4-BE49-F238E27FC236}">
                <a16:creationId xmlns:a16="http://schemas.microsoft.com/office/drawing/2014/main" id="{78F94472-83D3-B0DA-E2A4-A48C8C0F1D1A}"/>
              </a:ext>
            </a:extLst>
          </p:cNvPr>
          <p:cNvSpPr/>
          <p:nvPr/>
        </p:nvSpPr>
        <p:spPr>
          <a:xfrm>
            <a:off x="816217" y="4532624"/>
            <a:ext cx="402336" cy="384048"/>
          </a:xfrm>
          <a:prstGeom prst="rect">
            <a:avLst/>
          </a:prstGeom>
          <a:noFill/>
          <a:ln/>
        </p:spPr>
        <p:txBody>
          <a:bodyPr wrap="square" lIns="635" tIns="635" rIns="635" bIns="635" rtlCol="0" anchor="ctr">
            <a:normAutofit/>
          </a:bodyP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04</a:t>
            </a:r>
            <a:endParaRPr lang="en-US" sz="1600" dirty="0"/>
          </a:p>
        </p:txBody>
      </p:sp>
      <p:sp>
        <p:nvSpPr>
          <p:cNvPr id="48" name="Text 39">
            <a:extLst>
              <a:ext uri="{FF2B5EF4-FFF2-40B4-BE49-F238E27FC236}">
                <a16:creationId xmlns:a16="http://schemas.microsoft.com/office/drawing/2014/main" id="{3162A3C1-9F34-4574-F99B-B4ECF279098D}"/>
              </a:ext>
            </a:extLst>
          </p:cNvPr>
          <p:cNvSpPr/>
          <p:nvPr/>
        </p:nvSpPr>
        <p:spPr>
          <a:xfrm>
            <a:off x="1319137" y="4477760"/>
            <a:ext cx="1783080" cy="219456"/>
          </a:xfrm>
          <a:prstGeom prst="rect">
            <a:avLst/>
          </a:prstGeom>
          <a:noFill/>
          <a:ln/>
        </p:spPr>
        <p:txBody>
          <a:bodyPr wrap="square" lIns="635" tIns="635" rIns="635" bIns="635" rtlCol="0" anchor="ctr">
            <a:normAutofit/>
          </a:bodyPr>
          <a:lstStyle/>
          <a:p>
            <a:pPr marL="0" indent="0" algn="l">
              <a:buNone/>
            </a:pPr>
            <a:r>
              <a:rPr lang="en-US" sz="1200" b="1" dirty="0">
                <a:solidFill>
                  <a:srgbClr val="1D4ED8"/>
                </a:solidFill>
                <a:latin typeface="Microsoft YaHei" pitchFamily="34" charset="0"/>
                <a:ea typeface="Microsoft YaHei" pitchFamily="34" charset="-122"/>
                <a:cs typeface="Microsoft YaHei" pitchFamily="34" charset="-120"/>
              </a:rPr>
              <a:t>残联 / 社区 / 公益组织</a:t>
            </a:r>
            <a:endParaRPr lang="en-US" sz="1200" dirty="0"/>
          </a:p>
        </p:txBody>
      </p:sp>
      <p:sp>
        <p:nvSpPr>
          <p:cNvPr id="49" name="Text 40">
            <a:extLst>
              <a:ext uri="{FF2B5EF4-FFF2-40B4-BE49-F238E27FC236}">
                <a16:creationId xmlns:a16="http://schemas.microsoft.com/office/drawing/2014/main" id="{C0491F18-20EB-32D3-114E-8DEBD63F6938}"/>
              </a:ext>
            </a:extLst>
          </p:cNvPr>
          <p:cNvSpPr/>
          <p:nvPr/>
        </p:nvSpPr>
        <p:spPr>
          <a:xfrm>
            <a:off x="1319137" y="4733792"/>
            <a:ext cx="1920240" cy="201168"/>
          </a:xfrm>
          <a:prstGeom prst="rect">
            <a:avLst/>
          </a:prstGeom>
          <a:noFill/>
          <a:ln/>
        </p:spPr>
        <p:txBody>
          <a:bodyPr wrap="square" lIns="635" tIns="635" rIns="635" bIns="635" rtlCol="0" anchor="ctr">
            <a:normAutofit/>
          </a:bodyPr>
          <a:lstStyle/>
          <a:p>
            <a:pPr marL="0" indent="0" algn="l">
              <a:buNone/>
            </a:pPr>
            <a:r>
              <a:rPr lang="en-US" sz="900" dirty="0">
                <a:solidFill>
                  <a:srgbClr val="1F2937"/>
                </a:solidFill>
                <a:latin typeface="Microsoft YaHei" pitchFamily="34" charset="0"/>
                <a:ea typeface="Microsoft YaHei" pitchFamily="34" charset="-122"/>
                <a:cs typeface="Microsoft YaHei" pitchFamily="34" charset="-120"/>
              </a:rPr>
              <a:t>智慧助残、无障碍服务、公益推广</a:t>
            </a:r>
            <a:endParaRPr lang="en-US" sz="900" dirty="0"/>
          </a:p>
        </p:txBody>
      </p:sp>
      <p:sp>
        <p:nvSpPr>
          <p:cNvPr id="51" name="Shape 42">
            <a:extLst>
              <a:ext uri="{FF2B5EF4-FFF2-40B4-BE49-F238E27FC236}">
                <a16:creationId xmlns:a16="http://schemas.microsoft.com/office/drawing/2014/main" id="{066AB179-1C90-46E1-D87B-597A66C6842C}"/>
              </a:ext>
            </a:extLst>
          </p:cNvPr>
          <p:cNvSpPr/>
          <p:nvPr/>
        </p:nvSpPr>
        <p:spPr>
          <a:xfrm>
            <a:off x="3798731" y="1505960"/>
            <a:ext cx="3429000" cy="384048"/>
          </a:xfrm>
          <a:prstGeom prst="roundRect">
            <a:avLst>
              <a:gd name="adj" fmla="val 28571"/>
            </a:avLst>
          </a:prstGeom>
          <a:solidFill>
            <a:srgbClr val="1D4ED8"/>
          </a:solidFill>
          <a:ln w="12700">
            <a:solidFill>
              <a:srgbClr val="1D4ED8"/>
            </a:solidFill>
            <a:prstDash val="solid"/>
          </a:ln>
        </p:spPr>
        <p:txBody>
          <a:bodyPr/>
          <a:lstStyle/>
          <a:p>
            <a:endParaRPr lang="zh-CN" altLang="en-US"/>
          </a:p>
        </p:txBody>
      </p:sp>
      <p:sp>
        <p:nvSpPr>
          <p:cNvPr id="52" name="Text 43">
            <a:extLst>
              <a:ext uri="{FF2B5EF4-FFF2-40B4-BE49-F238E27FC236}">
                <a16:creationId xmlns:a16="http://schemas.microsoft.com/office/drawing/2014/main" id="{6372A307-6C6E-E742-58C5-E29A8D8459B9}"/>
              </a:ext>
            </a:extLst>
          </p:cNvPr>
          <p:cNvSpPr/>
          <p:nvPr/>
        </p:nvSpPr>
        <p:spPr>
          <a:xfrm>
            <a:off x="3798731" y="1515104"/>
            <a:ext cx="3429000" cy="365760"/>
          </a:xfrm>
          <a:prstGeom prst="rect">
            <a:avLst/>
          </a:prstGeom>
          <a:noFill/>
          <a:ln/>
        </p:spPr>
        <p:txBody>
          <a:bodyPr wrap="square" lIns="635" tIns="635" rIns="635" bIns="635" rtlCol="0" anchor="ctr">
            <a:normAutofit/>
          </a:bodyPr>
          <a:lstStyle/>
          <a:p>
            <a:pPr marL="0" indent="0" algn="ctr">
              <a:buNone/>
            </a:pPr>
            <a:r>
              <a:rPr lang="en-US" sz="1500" b="1" dirty="0">
                <a:solidFill>
                  <a:srgbClr val="FFFFFF"/>
                </a:solidFill>
                <a:latin typeface="Microsoft YaHei" pitchFamily="34" charset="0"/>
                <a:ea typeface="Microsoft YaHei" pitchFamily="34" charset="-122"/>
                <a:cs typeface="Microsoft YaHei" pitchFamily="34" charset="-120"/>
              </a:rPr>
              <a:t>应用场景矩阵</a:t>
            </a:r>
            <a:endParaRPr lang="en-US" sz="1500" dirty="0"/>
          </a:p>
        </p:txBody>
      </p:sp>
      <p:sp>
        <p:nvSpPr>
          <p:cNvPr id="53" name="Shape 44">
            <a:extLst>
              <a:ext uri="{FF2B5EF4-FFF2-40B4-BE49-F238E27FC236}">
                <a16:creationId xmlns:a16="http://schemas.microsoft.com/office/drawing/2014/main" id="{8800F391-D7F4-B3CC-42DD-7B9795A28BFB}"/>
              </a:ext>
            </a:extLst>
          </p:cNvPr>
          <p:cNvSpPr/>
          <p:nvPr/>
        </p:nvSpPr>
        <p:spPr>
          <a:xfrm>
            <a:off x="4137059" y="2191760"/>
            <a:ext cx="1051560" cy="640080"/>
          </a:xfrm>
          <a:prstGeom prst="roundRect">
            <a:avLst>
              <a:gd name="adj" fmla="val 14286"/>
            </a:avLst>
          </a:prstGeom>
          <a:solidFill>
            <a:srgbClr val="FFFFFF"/>
          </a:solidFill>
          <a:ln w="12700">
            <a:solidFill>
              <a:srgbClr val="BFDBFE"/>
            </a:solidFill>
            <a:prstDash val="solid"/>
          </a:ln>
        </p:spPr>
        <p:txBody>
          <a:bodyPr/>
          <a:lstStyle/>
          <a:p>
            <a:endParaRPr lang="zh-CN" altLang="en-US"/>
          </a:p>
        </p:txBody>
      </p:sp>
      <p:sp>
        <p:nvSpPr>
          <p:cNvPr id="54" name="Text 45">
            <a:extLst>
              <a:ext uri="{FF2B5EF4-FFF2-40B4-BE49-F238E27FC236}">
                <a16:creationId xmlns:a16="http://schemas.microsoft.com/office/drawing/2014/main" id="{EE39D7CB-0BF7-6007-77BB-14C8D70502DD}"/>
              </a:ext>
            </a:extLst>
          </p:cNvPr>
          <p:cNvSpPr/>
          <p:nvPr/>
        </p:nvSpPr>
        <p:spPr>
          <a:xfrm>
            <a:off x="4444860" y="2257586"/>
            <a:ext cx="457200" cy="365760"/>
          </a:xfrm>
          <a:prstGeom prst="rect">
            <a:avLst/>
          </a:prstGeom>
          <a:noFill/>
          <a:ln/>
        </p:spPr>
        <p:txBody>
          <a:bodyPr wrap="square" lIns="635" tIns="635" rIns="635" bIns="635" rtlCol="0" anchor="ctr">
            <a:normAutofit lnSpcReduction="10000"/>
          </a:bodyPr>
          <a:lstStyle/>
          <a:p>
            <a:pPr marL="0" indent="0" algn="ctr">
              <a:buNone/>
            </a:pPr>
            <a:r>
              <a:rPr lang="en-US" sz="2400" dirty="0">
                <a:solidFill>
                  <a:srgbClr val="1F2937"/>
                </a:solidFill>
                <a:latin typeface="Microsoft YaHei" pitchFamily="34" charset="0"/>
                <a:ea typeface="Microsoft YaHei" pitchFamily="34" charset="-122"/>
                <a:cs typeface="Microsoft YaHei" pitchFamily="34" charset="-120"/>
              </a:rPr>
              <a:t>🎓</a:t>
            </a:r>
            <a:endParaRPr lang="en-US" sz="2400" dirty="0"/>
          </a:p>
        </p:txBody>
      </p:sp>
      <p:sp>
        <p:nvSpPr>
          <p:cNvPr id="55" name="Text 46">
            <a:extLst>
              <a:ext uri="{FF2B5EF4-FFF2-40B4-BE49-F238E27FC236}">
                <a16:creationId xmlns:a16="http://schemas.microsoft.com/office/drawing/2014/main" id="{2DA97369-26F7-213A-10FC-C51EFA3B6179}"/>
              </a:ext>
            </a:extLst>
          </p:cNvPr>
          <p:cNvSpPr/>
          <p:nvPr/>
        </p:nvSpPr>
        <p:spPr>
          <a:xfrm>
            <a:off x="4255931" y="2594096"/>
            <a:ext cx="822960" cy="164592"/>
          </a:xfrm>
          <a:prstGeom prst="rect">
            <a:avLst/>
          </a:prstGeom>
          <a:noFill/>
          <a:ln/>
        </p:spPr>
        <p:txBody>
          <a:bodyPr wrap="square" lIns="635" tIns="635" rIns="635" bIns="635" rtlCol="0" anchor="ctr">
            <a:normAutofit/>
          </a:bodyPr>
          <a:lstStyle/>
          <a:p>
            <a:pPr marL="0" indent="0" algn="ctr">
              <a:buNone/>
            </a:pPr>
            <a:r>
              <a:rPr lang="en-US" sz="900" b="1" dirty="0">
                <a:solidFill>
                  <a:srgbClr val="1F2937"/>
                </a:solidFill>
                <a:latin typeface="Microsoft YaHei" pitchFamily="34" charset="0"/>
                <a:ea typeface="Microsoft YaHei" pitchFamily="34" charset="-122"/>
                <a:cs typeface="Microsoft YaHei" pitchFamily="34" charset="-120"/>
              </a:rPr>
              <a:t>校园通勤</a:t>
            </a:r>
            <a:endParaRPr lang="en-US" sz="900" dirty="0"/>
          </a:p>
        </p:txBody>
      </p:sp>
      <p:sp>
        <p:nvSpPr>
          <p:cNvPr id="56" name="Shape 47">
            <a:extLst>
              <a:ext uri="{FF2B5EF4-FFF2-40B4-BE49-F238E27FC236}">
                <a16:creationId xmlns:a16="http://schemas.microsoft.com/office/drawing/2014/main" id="{6F87516F-3046-A3B2-386C-7A5E94D518C5}"/>
              </a:ext>
            </a:extLst>
          </p:cNvPr>
          <p:cNvSpPr/>
          <p:nvPr/>
        </p:nvSpPr>
        <p:spPr>
          <a:xfrm>
            <a:off x="5536091" y="2191760"/>
            <a:ext cx="1051560" cy="640080"/>
          </a:xfrm>
          <a:prstGeom prst="roundRect">
            <a:avLst>
              <a:gd name="adj" fmla="val 14286"/>
            </a:avLst>
          </a:prstGeom>
          <a:solidFill>
            <a:srgbClr val="FFFFFF"/>
          </a:solidFill>
          <a:ln w="12700">
            <a:solidFill>
              <a:srgbClr val="BFDBFE"/>
            </a:solidFill>
            <a:prstDash val="solid"/>
          </a:ln>
        </p:spPr>
        <p:txBody>
          <a:bodyPr/>
          <a:lstStyle/>
          <a:p>
            <a:endParaRPr lang="zh-CN" altLang="en-US"/>
          </a:p>
        </p:txBody>
      </p:sp>
      <p:sp>
        <p:nvSpPr>
          <p:cNvPr id="57" name="Text 48">
            <a:extLst>
              <a:ext uri="{FF2B5EF4-FFF2-40B4-BE49-F238E27FC236}">
                <a16:creationId xmlns:a16="http://schemas.microsoft.com/office/drawing/2014/main" id="{4D4B7AE1-D177-C2E1-EEC2-7F198E3A5E54}"/>
              </a:ext>
            </a:extLst>
          </p:cNvPr>
          <p:cNvSpPr/>
          <p:nvPr/>
        </p:nvSpPr>
        <p:spPr>
          <a:xfrm>
            <a:off x="5858486" y="2301488"/>
            <a:ext cx="397626" cy="292608"/>
          </a:xfrm>
          <a:prstGeom prst="rect">
            <a:avLst/>
          </a:prstGeom>
          <a:noFill/>
          <a:ln/>
        </p:spPr>
        <p:txBody>
          <a:bodyPr wrap="square" lIns="635" tIns="635" rIns="635" bIns="635" rtlCol="0" anchor="ctr">
            <a:normAutofit fontScale="92500" lnSpcReduction="20000"/>
          </a:bodyPr>
          <a:lstStyle/>
          <a:p>
            <a:pPr marL="0" indent="0" algn="ctr">
              <a:buNone/>
            </a:pPr>
            <a:r>
              <a:rPr lang="en-US" sz="2400" dirty="0">
                <a:solidFill>
                  <a:srgbClr val="1F2937"/>
                </a:solidFill>
                <a:latin typeface="Microsoft YaHei" pitchFamily="34" charset="0"/>
                <a:ea typeface="Microsoft YaHei" pitchFamily="34" charset="-122"/>
                <a:cs typeface="Microsoft YaHei" pitchFamily="34" charset="-120"/>
              </a:rPr>
              <a:t>🏢</a:t>
            </a:r>
            <a:endParaRPr lang="en-US" sz="2400" dirty="0"/>
          </a:p>
        </p:txBody>
      </p:sp>
      <p:sp>
        <p:nvSpPr>
          <p:cNvPr id="58" name="Text 49">
            <a:extLst>
              <a:ext uri="{FF2B5EF4-FFF2-40B4-BE49-F238E27FC236}">
                <a16:creationId xmlns:a16="http://schemas.microsoft.com/office/drawing/2014/main" id="{3ED2E617-6BC3-ECC7-8B7C-DE0A75D89421}"/>
              </a:ext>
            </a:extLst>
          </p:cNvPr>
          <p:cNvSpPr/>
          <p:nvPr/>
        </p:nvSpPr>
        <p:spPr>
          <a:xfrm>
            <a:off x="5654963" y="2594096"/>
            <a:ext cx="822960" cy="164592"/>
          </a:xfrm>
          <a:prstGeom prst="rect">
            <a:avLst/>
          </a:prstGeom>
          <a:noFill/>
          <a:ln/>
        </p:spPr>
        <p:txBody>
          <a:bodyPr wrap="square" lIns="635" tIns="635" rIns="635" bIns="635" rtlCol="0" anchor="ctr">
            <a:normAutofit/>
          </a:bodyPr>
          <a:lstStyle/>
          <a:p>
            <a:pPr marL="0" indent="0" algn="ctr">
              <a:buNone/>
            </a:pPr>
            <a:r>
              <a:rPr lang="en-US" sz="900" b="1" dirty="0">
                <a:solidFill>
                  <a:srgbClr val="1F2937"/>
                </a:solidFill>
                <a:latin typeface="Microsoft YaHei" pitchFamily="34" charset="0"/>
                <a:ea typeface="Microsoft YaHei" pitchFamily="34" charset="-122"/>
                <a:cs typeface="Microsoft YaHei" pitchFamily="34" charset="-120"/>
              </a:rPr>
              <a:t>社区出行</a:t>
            </a:r>
            <a:endParaRPr lang="en-US" sz="900" dirty="0"/>
          </a:p>
        </p:txBody>
      </p:sp>
      <p:sp>
        <p:nvSpPr>
          <p:cNvPr id="59" name="Shape 50">
            <a:extLst>
              <a:ext uri="{FF2B5EF4-FFF2-40B4-BE49-F238E27FC236}">
                <a16:creationId xmlns:a16="http://schemas.microsoft.com/office/drawing/2014/main" id="{FA262EE2-E70A-E9C6-37CF-E504F805586F}"/>
              </a:ext>
            </a:extLst>
          </p:cNvPr>
          <p:cNvSpPr/>
          <p:nvPr/>
        </p:nvSpPr>
        <p:spPr>
          <a:xfrm>
            <a:off x="4137059" y="3069584"/>
            <a:ext cx="1051560" cy="640080"/>
          </a:xfrm>
          <a:prstGeom prst="roundRect">
            <a:avLst>
              <a:gd name="adj" fmla="val 14286"/>
            </a:avLst>
          </a:prstGeom>
          <a:solidFill>
            <a:srgbClr val="FFFFFF"/>
          </a:solidFill>
          <a:ln w="12700">
            <a:solidFill>
              <a:srgbClr val="BFDBFE"/>
            </a:solidFill>
            <a:prstDash val="solid"/>
          </a:ln>
        </p:spPr>
        <p:txBody>
          <a:bodyPr/>
          <a:lstStyle/>
          <a:p>
            <a:endParaRPr lang="zh-CN" altLang="en-US"/>
          </a:p>
        </p:txBody>
      </p:sp>
      <p:sp>
        <p:nvSpPr>
          <p:cNvPr id="60" name="Text 51">
            <a:extLst>
              <a:ext uri="{FF2B5EF4-FFF2-40B4-BE49-F238E27FC236}">
                <a16:creationId xmlns:a16="http://schemas.microsoft.com/office/drawing/2014/main" id="{5E690813-19D4-0421-9BA5-65D4B8BFE02C}"/>
              </a:ext>
            </a:extLst>
          </p:cNvPr>
          <p:cNvSpPr/>
          <p:nvPr/>
        </p:nvSpPr>
        <p:spPr>
          <a:xfrm>
            <a:off x="4380899" y="3025682"/>
            <a:ext cx="548640" cy="594360"/>
          </a:xfrm>
          <a:prstGeom prst="rect">
            <a:avLst/>
          </a:prstGeom>
          <a:noFill/>
          <a:ln/>
        </p:spPr>
        <p:txBody>
          <a:bodyPr wrap="square" lIns="635" tIns="635" rIns="635" bIns="635" rtlCol="0" anchor="ctr">
            <a:normAutofit/>
          </a:bodyPr>
          <a:lstStyle/>
          <a:p>
            <a:pPr marL="0" indent="0" algn="ctr">
              <a:buNone/>
            </a:pPr>
            <a:r>
              <a:rPr lang="en-US" sz="2400" dirty="0">
                <a:solidFill>
                  <a:srgbClr val="1F2937"/>
                </a:solidFill>
                <a:latin typeface="Microsoft YaHei" pitchFamily="34" charset="0"/>
                <a:ea typeface="Microsoft YaHei" pitchFamily="34" charset="-122"/>
                <a:cs typeface="Microsoft YaHei" pitchFamily="34" charset="-120"/>
              </a:rPr>
              <a:t>🚶</a:t>
            </a:r>
            <a:endParaRPr lang="en-US" sz="2400" dirty="0"/>
          </a:p>
        </p:txBody>
      </p:sp>
      <p:sp>
        <p:nvSpPr>
          <p:cNvPr id="61" name="Text 52">
            <a:extLst>
              <a:ext uri="{FF2B5EF4-FFF2-40B4-BE49-F238E27FC236}">
                <a16:creationId xmlns:a16="http://schemas.microsoft.com/office/drawing/2014/main" id="{F1652837-1601-21DB-65EB-8EDF34423A74}"/>
              </a:ext>
            </a:extLst>
          </p:cNvPr>
          <p:cNvSpPr/>
          <p:nvPr/>
        </p:nvSpPr>
        <p:spPr>
          <a:xfrm>
            <a:off x="4255931" y="3471920"/>
            <a:ext cx="822960" cy="164592"/>
          </a:xfrm>
          <a:prstGeom prst="rect">
            <a:avLst/>
          </a:prstGeom>
          <a:noFill/>
          <a:ln/>
        </p:spPr>
        <p:txBody>
          <a:bodyPr wrap="square" lIns="635" tIns="635" rIns="635" bIns="635" rtlCol="0" anchor="ctr">
            <a:normAutofit/>
          </a:bodyPr>
          <a:lstStyle/>
          <a:p>
            <a:pPr marL="0" indent="0" algn="ctr">
              <a:buNone/>
            </a:pPr>
            <a:r>
              <a:rPr lang="en-US" sz="900" b="1" dirty="0">
                <a:solidFill>
                  <a:srgbClr val="1F2937"/>
                </a:solidFill>
                <a:latin typeface="Microsoft YaHei" pitchFamily="34" charset="0"/>
                <a:ea typeface="Microsoft YaHei" pitchFamily="34" charset="-122"/>
                <a:cs typeface="Microsoft YaHei" pitchFamily="34" charset="-120"/>
              </a:rPr>
              <a:t>道路过街</a:t>
            </a:r>
            <a:endParaRPr lang="en-US" sz="900" dirty="0"/>
          </a:p>
        </p:txBody>
      </p:sp>
      <p:sp>
        <p:nvSpPr>
          <p:cNvPr id="62" name="Shape 53">
            <a:extLst>
              <a:ext uri="{FF2B5EF4-FFF2-40B4-BE49-F238E27FC236}">
                <a16:creationId xmlns:a16="http://schemas.microsoft.com/office/drawing/2014/main" id="{AE97F44D-336A-1F7C-6BEA-4CB2AE3885E0}"/>
              </a:ext>
            </a:extLst>
          </p:cNvPr>
          <p:cNvSpPr/>
          <p:nvPr/>
        </p:nvSpPr>
        <p:spPr>
          <a:xfrm>
            <a:off x="5536091" y="3069584"/>
            <a:ext cx="1051560" cy="640080"/>
          </a:xfrm>
          <a:prstGeom prst="roundRect">
            <a:avLst>
              <a:gd name="adj" fmla="val 14286"/>
            </a:avLst>
          </a:prstGeom>
          <a:solidFill>
            <a:srgbClr val="FFFFFF"/>
          </a:solidFill>
          <a:ln w="12700">
            <a:solidFill>
              <a:srgbClr val="BFDBFE"/>
            </a:solidFill>
            <a:prstDash val="solid"/>
          </a:ln>
        </p:spPr>
        <p:txBody>
          <a:bodyPr/>
          <a:lstStyle/>
          <a:p>
            <a:endParaRPr lang="zh-CN" altLang="en-US"/>
          </a:p>
        </p:txBody>
      </p:sp>
      <p:sp>
        <p:nvSpPr>
          <p:cNvPr id="63" name="Text 54">
            <a:extLst>
              <a:ext uri="{FF2B5EF4-FFF2-40B4-BE49-F238E27FC236}">
                <a16:creationId xmlns:a16="http://schemas.microsoft.com/office/drawing/2014/main" id="{0A8C59E6-042B-D4B8-4EF1-B1422CEE4E55}"/>
              </a:ext>
            </a:extLst>
          </p:cNvPr>
          <p:cNvSpPr/>
          <p:nvPr/>
        </p:nvSpPr>
        <p:spPr>
          <a:xfrm>
            <a:off x="5792123" y="3049532"/>
            <a:ext cx="548640" cy="493776"/>
          </a:xfrm>
          <a:prstGeom prst="rect">
            <a:avLst/>
          </a:prstGeom>
          <a:noFill/>
          <a:ln/>
        </p:spPr>
        <p:txBody>
          <a:bodyPr wrap="square" lIns="635" tIns="635" rIns="635" bIns="635" rtlCol="0" anchor="ctr">
            <a:normAutofit/>
          </a:bodyPr>
          <a:lstStyle/>
          <a:p>
            <a:pPr marL="0" indent="0" algn="ctr">
              <a:buNone/>
            </a:pPr>
            <a:r>
              <a:rPr lang="en-US" sz="2400" dirty="0">
                <a:solidFill>
                  <a:srgbClr val="1F2937"/>
                </a:solidFill>
                <a:latin typeface="Microsoft YaHei" pitchFamily="34" charset="0"/>
                <a:ea typeface="Microsoft YaHei" pitchFamily="34" charset="-122"/>
                <a:cs typeface="Microsoft YaHei" pitchFamily="34" charset="-120"/>
              </a:rPr>
              <a:t>🏥</a:t>
            </a:r>
            <a:endParaRPr lang="en-US" sz="2400" dirty="0"/>
          </a:p>
        </p:txBody>
      </p:sp>
      <p:sp>
        <p:nvSpPr>
          <p:cNvPr id="64" name="Text 55">
            <a:extLst>
              <a:ext uri="{FF2B5EF4-FFF2-40B4-BE49-F238E27FC236}">
                <a16:creationId xmlns:a16="http://schemas.microsoft.com/office/drawing/2014/main" id="{3014E75F-9FFA-E86F-2C93-EB9F84D5EE81}"/>
              </a:ext>
            </a:extLst>
          </p:cNvPr>
          <p:cNvSpPr/>
          <p:nvPr/>
        </p:nvSpPr>
        <p:spPr>
          <a:xfrm>
            <a:off x="5654963" y="3471920"/>
            <a:ext cx="822960" cy="164592"/>
          </a:xfrm>
          <a:prstGeom prst="rect">
            <a:avLst/>
          </a:prstGeom>
          <a:noFill/>
          <a:ln/>
        </p:spPr>
        <p:txBody>
          <a:bodyPr wrap="square" lIns="635" tIns="635" rIns="635" bIns="635" rtlCol="0" anchor="ctr">
            <a:normAutofit/>
          </a:bodyPr>
          <a:lstStyle/>
          <a:p>
            <a:pPr marL="0" indent="0" algn="ctr">
              <a:buNone/>
            </a:pPr>
            <a:r>
              <a:rPr lang="en-US" sz="900" b="1" dirty="0">
                <a:solidFill>
                  <a:srgbClr val="1F2937"/>
                </a:solidFill>
                <a:latin typeface="Microsoft YaHei" pitchFamily="34" charset="0"/>
                <a:ea typeface="Microsoft YaHei" pitchFamily="34" charset="-122"/>
                <a:cs typeface="Microsoft YaHei" pitchFamily="34" charset="-120"/>
              </a:rPr>
              <a:t>医院就诊</a:t>
            </a:r>
            <a:endParaRPr lang="en-US" sz="900" dirty="0"/>
          </a:p>
        </p:txBody>
      </p:sp>
      <p:sp>
        <p:nvSpPr>
          <p:cNvPr id="65" name="Shape 56">
            <a:extLst>
              <a:ext uri="{FF2B5EF4-FFF2-40B4-BE49-F238E27FC236}">
                <a16:creationId xmlns:a16="http://schemas.microsoft.com/office/drawing/2014/main" id="{CC564BA3-697D-BC03-5F05-2D35FDF7AC18}"/>
              </a:ext>
            </a:extLst>
          </p:cNvPr>
          <p:cNvSpPr/>
          <p:nvPr/>
        </p:nvSpPr>
        <p:spPr>
          <a:xfrm>
            <a:off x="4137059" y="3947408"/>
            <a:ext cx="1051560" cy="640080"/>
          </a:xfrm>
          <a:prstGeom prst="roundRect">
            <a:avLst>
              <a:gd name="adj" fmla="val 14286"/>
            </a:avLst>
          </a:prstGeom>
          <a:solidFill>
            <a:srgbClr val="FFFFFF"/>
          </a:solidFill>
          <a:ln w="12700">
            <a:solidFill>
              <a:srgbClr val="BFDBFE"/>
            </a:solidFill>
            <a:prstDash val="solid"/>
          </a:ln>
        </p:spPr>
        <p:txBody>
          <a:bodyPr/>
          <a:lstStyle/>
          <a:p>
            <a:endParaRPr lang="zh-CN" altLang="en-US"/>
          </a:p>
        </p:txBody>
      </p:sp>
      <p:sp>
        <p:nvSpPr>
          <p:cNvPr id="66" name="Text 57">
            <a:extLst>
              <a:ext uri="{FF2B5EF4-FFF2-40B4-BE49-F238E27FC236}">
                <a16:creationId xmlns:a16="http://schemas.microsoft.com/office/drawing/2014/main" id="{F8E769EB-CFF7-DD58-7D85-F9721A982B81}"/>
              </a:ext>
            </a:extLst>
          </p:cNvPr>
          <p:cNvSpPr/>
          <p:nvPr/>
        </p:nvSpPr>
        <p:spPr>
          <a:xfrm>
            <a:off x="4391566" y="3959663"/>
            <a:ext cx="510494" cy="457200"/>
          </a:xfrm>
          <a:prstGeom prst="rect">
            <a:avLst/>
          </a:prstGeom>
          <a:noFill/>
          <a:ln/>
        </p:spPr>
        <p:txBody>
          <a:bodyPr wrap="square" lIns="635" tIns="635" rIns="635" bIns="635" rtlCol="0" anchor="ctr">
            <a:normAutofit/>
          </a:bodyPr>
          <a:lstStyle/>
          <a:p>
            <a:pPr marL="0" indent="0" algn="ctr">
              <a:buNone/>
            </a:pPr>
            <a:r>
              <a:rPr lang="en-US" sz="2400" dirty="0">
                <a:solidFill>
                  <a:srgbClr val="1F2937"/>
                </a:solidFill>
                <a:latin typeface="Microsoft YaHei" pitchFamily="34" charset="0"/>
                <a:ea typeface="Microsoft YaHei" pitchFamily="34" charset="-122"/>
                <a:cs typeface="Microsoft YaHei" pitchFamily="34" charset="-120"/>
              </a:rPr>
              <a:t>🚇</a:t>
            </a:r>
            <a:endParaRPr lang="en-US" sz="2400" dirty="0"/>
          </a:p>
        </p:txBody>
      </p:sp>
      <p:sp>
        <p:nvSpPr>
          <p:cNvPr id="67" name="Text 58">
            <a:extLst>
              <a:ext uri="{FF2B5EF4-FFF2-40B4-BE49-F238E27FC236}">
                <a16:creationId xmlns:a16="http://schemas.microsoft.com/office/drawing/2014/main" id="{7C670698-C0C2-FF7D-AB11-0D49E1AF79ED}"/>
              </a:ext>
            </a:extLst>
          </p:cNvPr>
          <p:cNvSpPr/>
          <p:nvPr/>
        </p:nvSpPr>
        <p:spPr>
          <a:xfrm>
            <a:off x="4255931" y="4349744"/>
            <a:ext cx="822960" cy="164592"/>
          </a:xfrm>
          <a:prstGeom prst="rect">
            <a:avLst/>
          </a:prstGeom>
          <a:noFill/>
          <a:ln/>
        </p:spPr>
        <p:txBody>
          <a:bodyPr wrap="square" lIns="635" tIns="635" rIns="635" bIns="635" rtlCol="0" anchor="ctr">
            <a:normAutofit/>
          </a:bodyPr>
          <a:lstStyle/>
          <a:p>
            <a:pPr marL="0" indent="0" algn="ctr">
              <a:buNone/>
            </a:pPr>
            <a:r>
              <a:rPr lang="en-US" sz="900" b="1" dirty="0">
                <a:solidFill>
                  <a:srgbClr val="1F2937"/>
                </a:solidFill>
                <a:latin typeface="Microsoft YaHei" pitchFamily="34" charset="0"/>
                <a:ea typeface="Microsoft YaHei" pitchFamily="34" charset="-122"/>
                <a:cs typeface="Microsoft YaHei" pitchFamily="34" charset="-120"/>
              </a:rPr>
              <a:t>地铁换乘</a:t>
            </a:r>
            <a:endParaRPr lang="en-US" sz="900" dirty="0"/>
          </a:p>
        </p:txBody>
      </p:sp>
      <p:sp>
        <p:nvSpPr>
          <p:cNvPr id="68" name="Shape 59">
            <a:extLst>
              <a:ext uri="{FF2B5EF4-FFF2-40B4-BE49-F238E27FC236}">
                <a16:creationId xmlns:a16="http://schemas.microsoft.com/office/drawing/2014/main" id="{0DB03664-F119-EABD-7845-3B945CFC6DF9}"/>
              </a:ext>
            </a:extLst>
          </p:cNvPr>
          <p:cNvSpPr/>
          <p:nvPr/>
        </p:nvSpPr>
        <p:spPr>
          <a:xfrm>
            <a:off x="5536091" y="3947408"/>
            <a:ext cx="1051560" cy="640080"/>
          </a:xfrm>
          <a:prstGeom prst="roundRect">
            <a:avLst>
              <a:gd name="adj" fmla="val 14286"/>
            </a:avLst>
          </a:prstGeom>
          <a:solidFill>
            <a:srgbClr val="FFFFFF"/>
          </a:solidFill>
          <a:ln w="12700">
            <a:solidFill>
              <a:srgbClr val="BFDBFE"/>
            </a:solidFill>
            <a:prstDash val="solid"/>
          </a:ln>
        </p:spPr>
        <p:txBody>
          <a:bodyPr/>
          <a:lstStyle/>
          <a:p>
            <a:endParaRPr lang="zh-CN" altLang="en-US"/>
          </a:p>
        </p:txBody>
      </p:sp>
      <p:sp>
        <p:nvSpPr>
          <p:cNvPr id="69" name="Text 60">
            <a:extLst>
              <a:ext uri="{FF2B5EF4-FFF2-40B4-BE49-F238E27FC236}">
                <a16:creationId xmlns:a16="http://schemas.microsoft.com/office/drawing/2014/main" id="{38E3C1B3-9BC4-3FBF-9BE9-67A6E28A8DA7}"/>
              </a:ext>
            </a:extLst>
          </p:cNvPr>
          <p:cNvSpPr/>
          <p:nvPr/>
        </p:nvSpPr>
        <p:spPr>
          <a:xfrm>
            <a:off x="5765106" y="3938264"/>
            <a:ext cx="601934" cy="475488"/>
          </a:xfrm>
          <a:prstGeom prst="rect">
            <a:avLst/>
          </a:prstGeom>
          <a:noFill/>
          <a:ln/>
        </p:spPr>
        <p:txBody>
          <a:bodyPr wrap="square" lIns="635" tIns="635" rIns="635" bIns="635" rtlCol="0" anchor="ctr">
            <a:normAutofit/>
          </a:bodyPr>
          <a:lstStyle/>
          <a:p>
            <a:pPr marL="0" indent="0" algn="ctr">
              <a:buNone/>
            </a:pPr>
            <a:r>
              <a:rPr lang="en-US" sz="2400" dirty="0">
                <a:solidFill>
                  <a:srgbClr val="1F2937"/>
                </a:solidFill>
                <a:latin typeface="Microsoft YaHei" pitchFamily="34" charset="0"/>
                <a:ea typeface="Microsoft YaHei" pitchFamily="34" charset="-122"/>
                <a:cs typeface="Microsoft YaHei" pitchFamily="34" charset="-120"/>
              </a:rPr>
              <a:t>🛍</a:t>
            </a:r>
            <a:endParaRPr lang="en-US" sz="2400" dirty="0"/>
          </a:p>
        </p:txBody>
      </p:sp>
      <p:sp>
        <p:nvSpPr>
          <p:cNvPr id="70" name="Text 61">
            <a:extLst>
              <a:ext uri="{FF2B5EF4-FFF2-40B4-BE49-F238E27FC236}">
                <a16:creationId xmlns:a16="http://schemas.microsoft.com/office/drawing/2014/main" id="{96537F3C-EA5C-3A72-11F8-E0EF219A5B72}"/>
              </a:ext>
            </a:extLst>
          </p:cNvPr>
          <p:cNvSpPr/>
          <p:nvPr/>
        </p:nvSpPr>
        <p:spPr>
          <a:xfrm>
            <a:off x="5654963" y="4349744"/>
            <a:ext cx="822960" cy="164592"/>
          </a:xfrm>
          <a:prstGeom prst="rect">
            <a:avLst/>
          </a:prstGeom>
          <a:noFill/>
          <a:ln/>
        </p:spPr>
        <p:txBody>
          <a:bodyPr wrap="square" lIns="635" tIns="635" rIns="635" bIns="635" rtlCol="0" anchor="ctr">
            <a:normAutofit/>
          </a:bodyPr>
          <a:lstStyle/>
          <a:p>
            <a:pPr marL="0" indent="0" algn="ctr">
              <a:buNone/>
            </a:pPr>
            <a:r>
              <a:rPr lang="en-US" sz="900" b="1" dirty="0">
                <a:solidFill>
                  <a:srgbClr val="1F2937"/>
                </a:solidFill>
                <a:latin typeface="Microsoft YaHei" pitchFamily="34" charset="0"/>
                <a:ea typeface="Microsoft YaHei" pitchFamily="34" charset="-122"/>
                <a:cs typeface="Microsoft YaHei" pitchFamily="34" charset="-120"/>
              </a:rPr>
              <a:t>商场购物</a:t>
            </a:r>
            <a:endParaRPr lang="en-US" sz="900" dirty="0"/>
          </a:p>
        </p:txBody>
      </p:sp>
      <p:sp>
        <p:nvSpPr>
          <p:cNvPr id="71" name="Shape 62">
            <a:extLst>
              <a:ext uri="{FF2B5EF4-FFF2-40B4-BE49-F238E27FC236}">
                <a16:creationId xmlns:a16="http://schemas.microsoft.com/office/drawing/2014/main" id="{E205697E-7125-2529-1BF3-4464971966B3}"/>
              </a:ext>
            </a:extLst>
          </p:cNvPr>
          <p:cNvSpPr/>
          <p:nvPr/>
        </p:nvSpPr>
        <p:spPr>
          <a:xfrm>
            <a:off x="4255931" y="4706360"/>
            <a:ext cx="2606040" cy="384048"/>
          </a:xfrm>
          <a:prstGeom prst="roundRect">
            <a:avLst>
              <a:gd name="adj" fmla="val 23810"/>
            </a:avLst>
          </a:prstGeom>
          <a:solidFill>
            <a:srgbClr val="F0F9FF"/>
          </a:solidFill>
          <a:ln w="12700">
            <a:solidFill>
              <a:srgbClr val="BFDBFE"/>
            </a:solidFill>
            <a:prstDash val="solid"/>
          </a:ln>
        </p:spPr>
        <p:txBody>
          <a:bodyPr/>
          <a:lstStyle/>
          <a:p>
            <a:endParaRPr lang="zh-CN" altLang="en-US"/>
          </a:p>
        </p:txBody>
      </p:sp>
      <p:sp>
        <p:nvSpPr>
          <p:cNvPr id="72" name="Text 63">
            <a:extLst>
              <a:ext uri="{FF2B5EF4-FFF2-40B4-BE49-F238E27FC236}">
                <a16:creationId xmlns:a16="http://schemas.microsoft.com/office/drawing/2014/main" id="{E90F75F0-294D-9837-D0BD-14937BC56F0B}"/>
              </a:ext>
            </a:extLst>
          </p:cNvPr>
          <p:cNvSpPr/>
          <p:nvPr/>
        </p:nvSpPr>
        <p:spPr>
          <a:xfrm>
            <a:off x="4438811" y="4797800"/>
            <a:ext cx="2240280" cy="164592"/>
          </a:xfrm>
          <a:prstGeom prst="rect">
            <a:avLst/>
          </a:prstGeom>
          <a:noFill/>
          <a:ln/>
        </p:spPr>
        <p:txBody>
          <a:bodyPr wrap="square" lIns="635" tIns="635" rIns="635" bIns="635" rtlCol="0" anchor="ctr">
            <a:normAutofit/>
          </a:bodyPr>
          <a:lstStyle/>
          <a:p>
            <a:pPr marL="0" indent="0" algn="ctr">
              <a:buNone/>
            </a:pPr>
            <a:r>
              <a:rPr lang="en-US" sz="1050" b="1" dirty="0">
                <a:solidFill>
                  <a:srgbClr val="1D4ED8"/>
                </a:solidFill>
                <a:latin typeface="Microsoft YaHei" pitchFamily="34" charset="0"/>
                <a:ea typeface="Microsoft YaHei" pitchFamily="34" charset="-122"/>
                <a:cs typeface="Microsoft YaHei" pitchFamily="34" charset="-120"/>
              </a:rPr>
              <a:t>高频真实场景，安全需求明确</a:t>
            </a:r>
            <a:endParaRPr lang="en-US" sz="1050" dirty="0"/>
          </a:p>
        </p:txBody>
      </p:sp>
      <p:sp>
        <p:nvSpPr>
          <p:cNvPr id="74" name="Shape 65">
            <a:extLst>
              <a:ext uri="{FF2B5EF4-FFF2-40B4-BE49-F238E27FC236}">
                <a16:creationId xmlns:a16="http://schemas.microsoft.com/office/drawing/2014/main" id="{EEE19B29-CDFE-BBDE-CCDF-153E7EDB89B3}"/>
              </a:ext>
            </a:extLst>
          </p:cNvPr>
          <p:cNvSpPr/>
          <p:nvPr/>
        </p:nvSpPr>
        <p:spPr>
          <a:xfrm>
            <a:off x="7544723" y="1515104"/>
            <a:ext cx="4434840" cy="384048"/>
          </a:xfrm>
          <a:prstGeom prst="roundRect">
            <a:avLst>
              <a:gd name="adj" fmla="val 28571"/>
            </a:avLst>
          </a:prstGeom>
          <a:solidFill>
            <a:srgbClr val="1D4ED8"/>
          </a:solidFill>
          <a:ln w="12700">
            <a:solidFill>
              <a:srgbClr val="1D4ED8"/>
            </a:solidFill>
            <a:prstDash val="solid"/>
          </a:ln>
        </p:spPr>
        <p:txBody>
          <a:bodyPr/>
          <a:lstStyle/>
          <a:p>
            <a:endParaRPr lang="zh-CN" altLang="en-US"/>
          </a:p>
        </p:txBody>
      </p:sp>
      <p:sp>
        <p:nvSpPr>
          <p:cNvPr id="75" name="Text 66">
            <a:extLst>
              <a:ext uri="{FF2B5EF4-FFF2-40B4-BE49-F238E27FC236}">
                <a16:creationId xmlns:a16="http://schemas.microsoft.com/office/drawing/2014/main" id="{87C96B7C-D52E-F3A3-3595-BEC83622F6B6}"/>
              </a:ext>
            </a:extLst>
          </p:cNvPr>
          <p:cNvSpPr/>
          <p:nvPr/>
        </p:nvSpPr>
        <p:spPr>
          <a:xfrm>
            <a:off x="7544723" y="1524248"/>
            <a:ext cx="4434840" cy="365760"/>
          </a:xfrm>
          <a:prstGeom prst="rect">
            <a:avLst/>
          </a:prstGeom>
          <a:noFill/>
          <a:ln/>
        </p:spPr>
        <p:txBody>
          <a:bodyPr wrap="square" lIns="635" tIns="635" rIns="635" bIns="635" rtlCol="0" anchor="ctr">
            <a:normAutofit/>
          </a:bodyPr>
          <a:lstStyle/>
          <a:p>
            <a:pPr marL="0" indent="0" algn="ctr">
              <a:buNone/>
            </a:pPr>
            <a:r>
              <a:rPr lang="en-US" sz="1500" b="1" dirty="0">
                <a:solidFill>
                  <a:srgbClr val="FFFFFF"/>
                </a:solidFill>
                <a:latin typeface="Microsoft YaHei" pitchFamily="34" charset="0"/>
                <a:ea typeface="Microsoft YaHei" pitchFamily="34" charset="-122"/>
                <a:cs typeface="Microsoft YaHei" pitchFamily="34" charset="-120"/>
              </a:rPr>
              <a:t>市场机会与产业落点</a:t>
            </a:r>
            <a:endParaRPr lang="en-US" sz="1500" dirty="0"/>
          </a:p>
        </p:txBody>
      </p:sp>
      <p:pic>
        <p:nvPicPr>
          <p:cNvPr id="76" name="Image 0" descr="/mnt/data/market_person_city_crop.png">
            <a:extLst>
              <a:ext uri="{FF2B5EF4-FFF2-40B4-BE49-F238E27FC236}">
                <a16:creationId xmlns:a16="http://schemas.microsoft.com/office/drawing/2014/main" id="{719F1420-F819-5DD8-4A78-72064DBA07EF}"/>
              </a:ext>
            </a:extLst>
          </p:cNvPr>
          <p:cNvPicPr>
            <a:picLocks noChangeAspect="1"/>
          </p:cNvPicPr>
          <p:nvPr/>
        </p:nvPicPr>
        <p:blipFill>
          <a:blip r:embed="rId3"/>
          <a:srcRect l="8000" r="26889"/>
          <a:stretch/>
        </p:blipFill>
        <p:spPr>
          <a:xfrm>
            <a:off x="10836563" y="2292344"/>
            <a:ext cx="914400" cy="2011680"/>
          </a:xfrm>
          <a:prstGeom prst="rect">
            <a:avLst/>
          </a:prstGeom>
        </p:spPr>
      </p:pic>
      <p:sp>
        <p:nvSpPr>
          <p:cNvPr id="77" name="Shape 67">
            <a:extLst>
              <a:ext uri="{FF2B5EF4-FFF2-40B4-BE49-F238E27FC236}">
                <a16:creationId xmlns:a16="http://schemas.microsoft.com/office/drawing/2014/main" id="{036EF1A2-1C05-CD69-E984-D56E1C74FE8D}"/>
              </a:ext>
            </a:extLst>
          </p:cNvPr>
          <p:cNvSpPr/>
          <p:nvPr/>
        </p:nvSpPr>
        <p:spPr>
          <a:xfrm>
            <a:off x="7712363" y="2246624"/>
            <a:ext cx="566928" cy="548640"/>
          </a:xfrm>
          <a:prstGeom prst="chevron">
            <a:avLst/>
          </a:prstGeom>
          <a:solidFill>
            <a:srgbClr val="1D4ED8">
              <a:alpha val="90000"/>
            </a:srgbClr>
          </a:solidFill>
          <a:ln w="12700">
            <a:solidFill>
              <a:srgbClr val="1D4ED8"/>
            </a:solidFill>
            <a:prstDash val="solid"/>
          </a:ln>
        </p:spPr>
        <p:txBody>
          <a:bodyPr/>
          <a:lstStyle/>
          <a:p>
            <a:endParaRPr lang="zh-CN" altLang="en-US"/>
          </a:p>
        </p:txBody>
      </p:sp>
      <p:sp>
        <p:nvSpPr>
          <p:cNvPr id="78" name="Text 68">
            <a:extLst>
              <a:ext uri="{FF2B5EF4-FFF2-40B4-BE49-F238E27FC236}">
                <a16:creationId xmlns:a16="http://schemas.microsoft.com/office/drawing/2014/main" id="{12C97157-5B52-A217-102A-07AC63CE0B09}"/>
              </a:ext>
            </a:extLst>
          </p:cNvPr>
          <p:cNvSpPr/>
          <p:nvPr/>
        </p:nvSpPr>
        <p:spPr>
          <a:xfrm>
            <a:off x="7937915" y="2429504"/>
            <a:ext cx="310896" cy="164592"/>
          </a:xfrm>
          <a:prstGeom prst="rect">
            <a:avLst/>
          </a:prstGeom>
          <a:noFill/>
          <a:ln/>
        </p:spPr>
        <p:txBody>
          <a:bodyPr wrap="square" lIns="635" tIns="635" rIns="635" bIns="635" rtlCol="0" anchor="ctr">
            <a:normAutofit fontScale="92500" lnSpcReduction="10000"/>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01</a:t>
            </a:r>
            <a:endParaRPr lang="en-US" sz="1200" dirty="0"/>
          </a:p>
        </p:txBody>
      </p:sp>
      <p:sp>
        <p:nvSpPr>
          <p:cNvPr id="79" name="Text 69">
            <a:extLst>
              <a:ext uri="{FF2B5EF4-FFF2-40B4-BE49-F238E27FC236}">
                <a16:creationId xmlns:a16="http://schemas.microsoft.com/office/drawing/2014/main" id="{6C01FCDD-CD4B-96AB-A6CD-6027D0473648}"/>
              </a:ext>
            </a:extLst>
          </p:cNvPr>
          <p:cNvSpPr/>
          <p:nvPr/>
        </p:nvSpPr>
        <p:spPr>
          <a:xfrm>
            <a:off x="8413403" y="2182616"/>
            <a:ext cx="914400" cy="210312"/>
          </a:xfrm>
          <a:prstGeom prst="rect">
            <a:avLst/>
          </a:prstGeom>
          <a:noFill/>
          <a:ln/>
        </p:spPr>
        <p:txBody>
          <a:bodyPr wrap="square" lIns="635" tIns="635" rIns="635" bIns="635" rtlCol="0" anchor="ctr">
            <a:normAutofit/>
          </a:bodyPr>
          <a:lstStyle/>
          <a:p>
            <a:pPr marL="0" indent="0" algn="l">
              <a:buNone/>
            </a:pPr>
            <a:r>
              <a:rPr lang="en-US" sz="900" b="1" dirty="0">
                <a:solidFill>
                  <a:srgbClr val="1D4ED8"/>
                </a:solidFill>
                <a:latin typeface="Microsoft YaHei" pitchFamily="34" charset="0"/>
                <a:ea typeface="Microsoft YaHei" pitchFamily="34" charset="-122"/>
                <a:cs typeface="Microsoft YaHei" pitchFamily="34" charset="-120"/>
              </a:rPr>
              <a:t>近期落点</a:t>
            </a:r>
            <a:endParaRPr lang="en-US" sz="900" dirty="0"/>
          </a:p>
        </p:txBody>
      </p:sp>
      <p:sp>
        <p:nvSpPr>
          <p:cNvPr id="80" name="Text 70">
            <a:extLst>
              <a:ext uri="{FF2B5EF4-FFF2-40B4-BE49-F238E27FC236}">
                <a16:creationId xmlns:a16="http://schemas.microsoft.com/office/drawing/2014/main" id="{EB9B9AEF-A393-F765-D9C2-EF7467DFBA91}"/>
              </a:ext>
            </a:extLst>
          </p:cNvPr>
          <p:cNvSpPr/>
          <p:nvPr/>
        </p:nvSpPr>
        <p:spPr>
          <a:xfrm>
            <a:off x="8413403" y="2402072"/>
            <a:ext cx="2103120" cy="228600"/>
          </a:xfrm>
          <a:prstGeom prst="rect">
            <a:avLst/>
          </a:prstGeom>
          <a:noFill/>
          <a:ln/>
        </p:spPr>
        <p:txBody>
          <a:bodyPr wrap="square" lIns="635" tIns="635" rIns="635" bIns="635" rtlCol="0" anchor="ctr">
            <a:normAutofit/>
          </a:bodyPr>
          <a:lstStyle/>
          <a:p>
            <a:pPr marL="0" indent="0" algn="l">
              <a:buNone/>
            </a:pPr>
            <a:r>
              <a:rPr lang="en-US" sz="1150" b="1" dirty="0">
                <a:solidFill>
                  <a:srgbClr val="1F2937"/>
                </a:solidFill>
                <a:latin typeface="Microsoft YaHei" pitchFamily="34" charset="0"/>
                <a:ea typeface="Microsoft YaHei" pitchFamily="34" charset="-122"/>
                <a:cs typeface="Microsoft YaHei" pitchFamily="34" charset="-120"/>
              </a:rPr>
              <a:t>机构试点与公益助残</a:t>
            </a:r>
            <a:endParaRPr lang="en-US" sz="1150" dirty="0"/>
          </a:p>
        </p:txBody>
      </p:sp>
      <p:sp>
        <p:nvSpPr>
          <p:cNvPr id="81" name="Text 71">
            <a:extLst>
              <a:ext uri="{FF2B5EF4-FFF2-40B4-BE49-F238E27FC236}">
                <a16:creationId xmlns:a16="http://schemas.microsoft.com/office/drawing/2014/main" id="{288FBBDE-6E50-D198-1409-D2609A3E924A}"/>
              </a:ext>
            </a:extLst>
          </p:cNvPr>
          <p:cNvSpPr/>
          <p:nvPr/>
        </p:nvSpPr>
        <p:spPr>
          <a:xfrm>
            <a:off x="8413403" y="2685536"/>
            <a:ext cx="2148840" cy="292608"/>
          </a:xfrm>
          <a:prstGeom prst="rect">
            <a:avLst/>
          </a:prstGeom>
          <a:noFill/>
          <a:ln/>
        </p:spPr>
        <p:txBody>
          <a:bodyPr wrap="square" lIns="635" tIns="635" rIns="635" bIns="635" rtlCol="0" anchor="ctr">
            <a:normAutofit/>
          </a:bodyPr>
          <a:lstStyle/>
          <a:p>
            <a:pPr marL="0" indent="0" algn="l">
              <a:buNone/>
            </a:pPr>
            <a:r>
              <a:rPr lang="en-US" sz="850" dirty="0">
                <a:solidFill>
                  <a:srgbClr val="64748B"/>
                </a:solidFill>
                <a:latin typeface="Microsoft YaHei" pitchFamily="34" charset="0"/>
                <a:ea typeface="Microsoft YaHei" pitchFamily="34" charset="-122"/>
                <a:cs typeface="Microsoft YaHei" pitchFamily="34" charset="-120"/>
              </a:rPr>
              <a:t>特殊教育学校、康复机构、残联辅具适配</a:t>
            </a:r>
            <a:endParaRPr lang="en-US" sz="850" dirty="0"/>
          </a:p>
        </p:txBody>
      </p:sp>
      <p:sp>
        <p:nvSpPr>
          <p:cNvPr id="82" name="Shape 72">
            <a:extLst>
              <a:ext uri="{FF2B5EF4-FFF2-40B4-BE49-F238E27FC236}">
                <a16:creationId xmlns:a16="http://schemas.microsoft.com/office/drawing/2014/main" id="{00631333-AD2F-0AAF-C73F-5B1F0635DFB3}"/>
              </a:ext>
            </a:extLst>
          </p:cNvPr>
          <p:cNvSpPr/>
          <p:nvPr/>
        </p:nvSpPr>
        <p:spPr>
          <a:xfrm>
            <a:off x="7712363" y="3206744"/>
            <a:ext cx="566928" cy="548640"/>
          </a:xfrm>
          <a:prstGeom prst="chevron">
            <a:avLst/>
          </a:prstGeom>
          <a:solidFill>
            <a:srgbClr val="0891B2">
              <a:alpha val="90000"/>
            </a:srgbClr>
          </a:solidFill>
          <a:ln w="12700">
            <a:solidFill>
              <a:srgbClr val="0891B2"/>
            </a:solidFill>
            <a:prstDash val="solid"/>
          </a:ln>
        </p:spPr>
        <p:txBody>
          <a:bodyPr/>
          <a:lstStyle/>
          <a:p>
            <a:endParaRPr lang="zh-CN" altLang="en-US"/>
          </a:p>
        </p:txBody>
      </p:sp>
      <p:sp>
        <p:nvSpPr>
          <p:cNvPr id="83" name="Text 73">
            <a:extLst>
              <a:ext uri="{FF2B5EF4-FFF2-40B4-BE49-F238E27FC236}">
                <a16:creationId xmlns:a16="http://schemas.microsoft.com/office/drawing/2014/main" id="{DB33A2DA-19BF-8BA2-C2CA-9129D587D288}"/>
              </a:ext>
            </a:extLst>
          </p:cNvPr>
          <p:cNvSpPr/>
          <p:nvPr/>
        </p:nvSpPr>
        <p:spPr>
          <a:xfrm>
            <a:off x="7937915" y="3389624"/>
            <a:ext cx="310896" cy="164592"/>
          </a:xfrm>
          <a:prstGeom prst="rect">
            <a:avLst/>
          </a:prstGeom>
          <a:noFill/>
          <a:ln/>
        </p:spPr>
        <p:txBody>
          <a:bodyPr wrap="square" lIns="635" tIns="635" rIns="635" bIns="635" rtlCol="0" anchor="ctr">
            <a:normAutofit fontScale="92500" lnSpcReduction="10000"/>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02</a:t>
            </a:r>
            <a:endParaRPr lang="en-US" sz="1200" dirty="0"/>
          </a:p>
        </p:txBody>
      </p:sp>
      <p:sp>
        <p:nvSpPr>
          <p:cNvPr id="84" name="Text 74">
            <a:extLst>
              <a:ext uri="{FF2B5EF4-FFF2-40B4-BE49-F238E27FC236}">
                <a16:creationId xmlns:a16="http://schemas.microsoft.com/office/drawing/2014/main" id="{B241DE49-CDE9-7F62-4564-94127BF611D7}"/>
              </a:ext>
            </a:extLst>
          </p:cNvPr>
          <p:cNvSpPr/>
          <p:nvPr/>
        </p:nvSpPr>
        <p:spPr>
          <a:xfrm>
            <a:off x="8413403" y="3142736"/>
            <a:ext cx="914400" cy="210312"/>
          </a:xfrm>
          <a:prstGeom prst="rect">
            <a:avLst/>
          </a:prstGeom>
          <a:noFill/>
          <a:ln/>
        </p:spPr>
        <p:txBody>
          <a:bodyPr wrap="square" lIns="635" tIns="635" rIns="635" bIns="635" rtlCol="0" anchor="ctr">
            <a:normAutofit/>
          </a:bodyPr>
          <a:lstStyle/>
          <a:p>
            <a:pPr marL="0" indent="0" algn="l">
              <a:buNone/>
            </a:pPr>
            <a:r>
              <a:rPr lang="en-US" sz="900" b="1" dirty="0">
                <a:solidFill>
                  <a:srgbClr val="0891B2"/>
                </a:solidFill>
                <a:latin typeface="Microsoft YaHei" pitchFamily="34" charset="0"/>
                <a:ea typeface="Microsoft YaHei" pitchFamily="34" charset="-122"/>
                <a:cs typeface="Microsoft YaHei" pitchFamily="34" charset="-120"/>
              </a:rPr>
              <a:t>中期拓展</a:t>
            </a:r>
            <a:endParaRPr lang="en-US" sz="900" dirty="0"/>
          </a:p>
        </p:txBody>
      </p:sp>
      <p:sp>
        <p:nvSpPr>
          <p:cNvPr id="85" name="Text 75">
            <a:extLst>
              <a:ext uri="{FF2B5EF4-FFF2-40B4-BE49-F238E27FC236}">
                <a16:creationId xmlns:a16="http://schemas.microsoft.com/office/drawing/2014/main" id="{DEF12105-8A6D-5E7F-61C2-F8B9061269E2}"/>
              </a:ext>
            </a:extLst>
          </p:cNvPr>
          <p:cNvSpPr/>
          <p:nvPr/>
        </p:nvSpPr>
        <p:spPr>
          <a:xfrm>
            <a:off x="8413403" y="3362192"/>
            <a:ext cx="2103120" cy="228600"/>
          </a:xfrm>
          <a:prstGeom prst="rect">
            <a:avLst/>
          </a:prstGeom>
          <a:noFill/>
          <a:ln/>
        </p:spPr>
        <p:txBody>
          <a:bodyPr wrap="square" lIns="635" tIns="635" rIns="635" bIns="635" rtlCol="0" anchor="ctr">
            <a:normAutofit/>
          </a:bodyPr>
          <a:lstStyle/>
          <a:p>
            <a:pPr marL="0" indent="0" algn="l">
              <a:buNone/>
            </a:pPr>
            <a:r>
              <a:rPr lang="en-US" sz="1150" b="1" dirty="0">
                <a:solidFill>
                  <a:srgbClr val="1F2937"/>
                </a:solidFill>
                <a:latin typeface="Microsoft YaHei" pitchFamily="34" charset="0"/>
                <a:ea typeface="Microsoft YaHei" pitchFamily="34" charset="-122"/>
                <a:cs typeface="Microsoft YaHei" pitchFamily="34" charset="-120"/>
              </a:rPr>
              <a:t>智能辅具与可穿戴设备</a:t>
            </a:r>
            <a:endParaRPr lang="en-US" sz="1150" dirty="0"/>
          </a:p>
        </p:txBody>
      </p:sp>
      <p:sp>
        <p:nvSpPr>
          <p:cNvPr id="86" name="Text 76">
            <a:extLst>
              <a:ext uri="{FF2B5EF4-FFF2-40B4-BE49-F238E27FC236}">
                <a16:creationId xmlns:a16="http://schemas.microsoft.com/office/drawing/2014/main" id="{686CA0AA-4265-60BD-AFAD-163C91C37A12}"/>
              </a:ext>
            </a:extLst>
          </p:cNvPr>
          <p:cNvSpPr/>
          <p:nvPr/>
        </p:nvSpPr>
        <p:spPr>
          <a:xfrm>
            <a:off x="8413403" y="3645656"/>
            <a:ext cx="2148840" cy="292608"/>
          </a:xfrm>
          <a:prstGeom prst="rect">
            <a:avLst/>
          </a:prstGeom>
          <a:noFill/>
          <a:ln/>
        </p:spPr>
        <p:txBody>
          <a:bodyPr wrap="square" lIns="635" tIns="635" rIns="635" bIns="635" rtlCol="0" anchor="ctr">
            <a:normAutofit/>
          </a:bodyPr>
          <a:lstStyle/>
          <a:p>
            <a:pPr marL="0" indent="0" algn="l">
              <a:buNone/>
            </a:pPr>
            <a:r>
              <a:rPr lang="en-US" sz="850" dirty="0">
                <a:solidFill>
                  <a:srgbClr val="64748B"/>
                </a:solidFill>
                <a:latin typeface="Microsoft YaHei" pitchFamily="34" charset="0"/>
                <a:ea typeface="Microsoft YaHei" pitchFamily="34" charset="-122"/>
                <a:cs typeface="Microsoft YaHei" pitchFamily="34" charset="-120"/>
              </a:rPr>
              <a:t>低成本样机迭代、个性化适配与服务</a:t>
            </a:r>
            <a:endParaRPr lang="en-US" sz="850" dirty="0"/>
          </a:p>
        </p:txBody>
      </p:sp>
      <p:sp>
        <p:nvSpPr>
          <p:cNvPr id="87" name="Shape 77">
            <a:extLst>
              <a:ext uri="{FF2B5EF4-FFF2-40B4-BE49-F238E27FC236}">
                <a16:creationId xmlns:a16="http://schemas.microsoft.com/office/drawing/2014/main" id="{719ED37F-2EDB-904A-15FA-21D81B410CE5}"/>
              </a:ext>
            </a:extLst>
          </p:cNvPr>
          <p:cNvSpPr/>
          <p:nvPr/>
        </p:nvSpPr>
        <p:spPr>
          <a:xfrm>
            <a:off x="7707375" y="4148576"/>
            <a:ext cx="566928" cy="548640"/>
          </a:xfrm>
          <a:prstGeom prst="chevron">
            <a:avLst/>
          </a:prstGeom>
          <a:solidFill>
            <a:srgbClr val="10B981">
              <a:alpha val="90000"/>
            </a:srgbClr>
          </a:solidFill>
          <a:ln w="12700">
            <a:solidFill>
              <a:srgbClr val="10B981"/>
            </a:solidFill>
            <a:prstDash val="solid"/>
          </a:ln>
        </p:spPr>
        <p:txBody>
          <a:bodyPr/>
          <a:lstStyle/>
          <a:p>
            <a:endParaRPr lang="zh-CN" altLang="en-US" dirty="0"/>
          </a:p>
        </p:txBody>
      </p:sp>
      <p:sp>
        <p:nvSpPr>
          <p:cNvPr id="88" name="Text 78">
            <a:extLst>
              <a:ext uri="{FF2B5EF4-FFF2-40B4-BE49-F238E27FC236}">
                <a16:creationId xmlns:a16="http://schemas.microsoft.com/office/drawing/2014/main" id="{3E443900-9777-AD22-EE55-1EB661149456}"/>
              </a:ext>
            </a:extLst>
          </p:cNvPr>
          <p:cNvSpPr/>
          <p:nvPr/>
        </p:nvSpPr>
        <p:spPr>
          <a:xfrm>
            <a:off x="7937915" y="4349744"/>
            <a:ext cx="310896" cy="164592"/>
          </a:xfrm>
          <a:prstGeom prst="rect">
            <a:avLst/>
          </a:prstGeom>
          <a:noFill/>
          <a:ln/>
        </p:spPr>
        <p:txBody>
          <a:bodyPr wrap="square" lIns="635" tIns="635" rIns="635" bIns="635" rtlCol="0" anchor="ctr">
            <a:normAutofit fontScale="92500" lnSpcReduction="10000"/>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03</a:t>
            </a:r>
            <a:endParaRPr lang="en-US" sz="1200" dirty="0"/>
          </a:p>
        </p:txBody>
      </p:sp>
      <p:sp>
        <p:nvSpPr>
          <p:cNvPr id="89" name="Text 79">
            <a:extLst>
              <a:ext uri="{FF2B5EF4-FFF2-40B4-BE49-F238E27FC236}">
                <a16:creationId xmlns:a16="http://schemas.microsoft.com/office/drawing/2014/main" id="{92C581A6-6665-0A2B-B554-201FACC2CD13}"/>
              </a:ext>
            </a:extLst>
          </p:cNvPr>
          <p:cNvSpPr/>
          <p:nvPr/>
        </p:nvSpPr>
        <p:spPr>
          <a:xfrm>
            <a:off x="8413403" y="4102856"/>
            <a:ext cx="914400" cy="210312"/>
          </a:xfrm>
          <a:prstGeom prst="rect">
            <a:avLst/>
          </a:prstGeom>
          <a:noFill/>
          <a:ln/>
        </p:spPr>
        <p:txBody>
          <a:bodyPr wrap="square" lIns="635" tIns="635" rIns="635" bIns="635" rtlCol="0" anchor="ctr">
            <a:normAutofit/>
          </a:bodyPr>
          <a:lstStyle/>
          <a:p>
            <a:pPr marL="0" indent="0" algn="l">
              <a:buNone/>
            </a:pPr>
            <a:r>
              <a:rPr lang="en-US" sz="900" b="1" dirty="0">
                <a:solidFill>
                  <a:srgbClr val="10B981"/>
                </a:solidFill>
                <a:latin typeface="Microsoft YaHei" pitchFamily="34" charset="0"/>
                <a:ea typeface="Microsoft YaHei" pitchFamily="34" charset="-122"/>
                <a:cs typeface="Microsoft YaHei" pitchFamily="34" charset="-120"/>
              </a:rPr>
              <a:t>长期空间</a:t>
            </a:r>
            <a:endParaRPr lang="en-US" sz="900" dirty="0"/>
          </a:p>
        </p:txBody>
      </p:sp>
      <p:sp>
        <p:nvSpPr>
          <p:cNvPr id="90" name="Text 80">
            <a:extLst>
              <a:ext uri="{FF2B5EF4-FFF2-40B4-BE49-F238E27FC236}">
                <a16:creationId xmlns:a16="http://schemas.microsoft.com/office/drawing/2014/main" id="{C1AC7E84-7EF5-C6DE-39A8-B56529DCECAA}"/>
              </a:ext>
            </a:extLst>
          </p:cNvPr>
          <p:cNvSpPr/>
          <p:nvPr/>
        </p:nvSpPr>
        <p:spPr>
          <a:xfrm>
            <a:off x="8413403" y="4322312"/>
            <a:ext cx="2103120" cy="228600"/>
          </a:xfrm>
          <a:prstGeom prst="rect">
            <a:avLst/>
          </a:prstGeom>
          <a:noFill/>
          <a:ln/>
        </p:spPr>
        <p:txBody>
          <a:bodyPr wrap="square" lIns="635" tIns="635" rIns="635" bIns="635" rtlCol="0" anchor="ctr">
            <a:normAutofit/>
          </a:bodyPr>
          <a:lstStyle/>
          <a:p>
            <a:pPr marL="0" indent="0" algn="l">
              <a:buNone/>
            </a:pPr>
            <a:r>
              <a:rPr lang="en-US" sz="1150" b="1" dirty="0">
                <a:solidFill>
                  <a:srgbClr val="1F2937"/>
                </a:solidFill>
                <a:latin typeface="Microsoft YaHei" pitchFamily="34" charset="0"/>
                <a:ea typeface="Microsoft YaHei" pitchFamily="34" charset="-122"/>
                <a:cs typeface="Microsoft YaHei" pitchFamily="34" charset="-120"/>
              </a:rPr>
              <a:t>脑机交互增强与无障碍数据服务</a:t>
            </a:r>
            <a:endParaRPr lang="en-US" sz="1150" dirty="0"/>
          </a:p>
        </p:txBody>
      </p:sp>
      <p:sp>
        <p:nvSpPr>
          <p:cNvPr id="91" name="Text 81">
            <a:extLst>
              <a:ext uri="{FF2B5EF4-FFF2-40B4-BE49-F238E27FC236}">
                <a16:creationId xmlns:a16="http://schemas.microsoft.com/office/drawing/2014/main" id="{82FE58B9-9613-AD05-944E-B66F49669A57}"/>
              </a:ext>
            </a:extLst>
          </p:cNvPr>
          <p:cNvSpPr/>
          <p:nvPr/>
        </p:nvSpPr>
        <p:spPr>
          <a:xfrm>
            <a:off x="8413403" y="4605776"/>
            <a:ext cx="2148840" cy="292608"/>
          </a:xfrm>
          <a:prstGeom prst="rect">
            <a:avLst/>
          </a:prstGeom>
          <a:noFill/>
          <a:ln/>
        </p:spPr>
        <p:txBody>
          <a:bodyPr wrap="square" lIns="635" tIns="635" rIns="635" bIns="635" rtlCol="0" anchor="ctr">
            <a:normAutofit/>
          </a:bodyPr>
          <a:lstStyle/>
          <a:p>
            <a:pPr marL="0" indent="0" algn="l">
              <a:buNone/>
            </a:pPr>
            <a:r>
              <a:rPr lang="en-US" sz="850" dirty="0">
                <a:solidFill>
                  <a:srgbClr val="64748B"/>
                </a:solidFill>
                <a:latin typeface="Microsoft YaHei" pitchFamily="34" charset="0"/>
                <a:ea typeface="Microsoft YaHei" pitchFamily="34" charset="-122"/>
                <a:cs typeface="Microsoft YaHei" pitchFamily="34" charset="-120"/>
              </a:rPr>
              <a:t>用户状态识别、智慧社区/交通联动</a:t>
            </a:r>
            <a:endParaRPr lang="en-US" sz="850" dirty="0"/>
          </a:p>
        </p:txBody>
      </p:sp>
      <p:sp>
        <p:nvSpPr>
          <p:cNvPr id="92" name="Shape 83">
            <a:extLst>
              <a:ext uri="{FF2B5EF4-FFF2-40B4-BE49-F238E27FC236}">
                <a16:creationId xmlns:a16="http://schemas.microsoft.com/office/drawing/2014/main" id="{A410607D-C201-0D76-526A-BB9A635268BF}"/>
              </a:ext>
            </a:extLst>
          </p:cNvPr>
          <p:cNvSpPr/>
          <p:nvPr/>
        </p:nvSpPr>
        <p:spPr>
          <a:xfrm>
            <a:off x="2530717" y="5824569"/>
            <a:ext cx="1143000" cy="502920"/>
          </a:xfrm>
          <a:prstGeom prst="roundRect">
            <a:avLst>
              <a:gd name="adj" fmla="val 21818"/>
            </a:avLst>
          </a:prstGeom>
          <a:solidFill>
            <a:srgbClr val="1D4ED8"/>
          </a:solidFill>
          <a:ln w="12700">
            <a:solidFill>
              <a:srgbClr val="1D4ED8"/>
            </a:solidFill>
            <a:prstDash val="solid"/>
          </a:ln>
        </p:spPr>
        <p:txBody>
          <a:bodyPr/>
          <a:lstStyle/>
          <a:p>
            <a:endParaRPr lang="zh-CN" altLang="en-US"/>
          </a:p>
        </p:txBody>
      </p:sp>
      <p:sp>
        <p:nvSpPr>
          <p:cNvPr id="93" name="Text 84">
            <a:extLst>
              <a:ext uri="{FF2B5EF4-FFF2-40B4-BE49-F238E27FC236}">
                <a16:creationId xmlns:a16="http://schemas.microsoft.com/office/drawing/2014/main" id="{39252CF6-C8C9-B1A3-E092-64A3F71CF817}"/>
              </a:ext>
            </a:extLst>
          </p:cNvPr>
          <p:cNvSpPr/>
          <p:nvPr/>
        </p:nvSpPr>
        <p:spPr>
          <a:xfrm>
            <a:off x="2530717" y="5833713"/>
            <a:ext cx="1143000" cy="484632"/>
          </a:xfrm>
          <a:prstGeom prst="rect">
            <a:avLst/>
          </a:prstGeom>
          <a:noFill/>
          <a:ln/>
        </p:spPr>
        <p:txBody>
          <a:bodyPr wrap="square" lIns="635" tIns="635" rIns="635" bIns="635" rtlCol="0" anchor="ctr">
            <a:normAutofit/>
          </a:bodyP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商业价值路径</a:t>
            </a:r>
            <a:endParaRPr lang="en-US" sz="1100" dirty="0"/>
          </a:p>
        </p:txBody>
      </p:sp>
      <p:sp>
        <p:nvSpPr>
          <p:cNvPr id="94" name="Shape 85">
            <a:extLst>
              <a:ext uri="{FF2B5EF4-FFF2-40B4-BE49-F238E27FC236}">
                <a16:creationId xmlns:a16="http://schemas.microsoft.com/office/drawing/2014/main" id="{A2A6C1C1-495B-E507-4B58-32147DA06B51}"/>
              </a:ext>
            </a:extLst>
          </p:cNvPr>
          <p:cNvSpPr/>
          <p:nvPr/>
        </p:nvSpPr>
        <p:spPr>
          <a:xfrm>
            <a:off x="3948037" y="5778849"/>
            <a:ext cx="502920" cy="502920"/>
          </a:xfrm>
          <a:prstGeom prst="ellipse">
            <a:avLst/>
          </a:prstGeom>
          <a:solidFill>
            <a:srgbClr val="FFFFFF"/>
          </a:solidFill>
          <a:ln w="15240">
            <a:solidFill>
              <a:srgbClr val="BFDBFE"/>
            </a:solidFill>
            <a:prstDash val="solid"/>
          </a:ln>
        </p:spPr>
        <p:txBody>
          <a:bodyPr/>
          <a:lstStyle/>
          <a:p>
            <a:endParaRPr lang="zh-CN" altLang="en-US"/>
          </a:p>
        </p:txBody>
      </p:sp>
      <p:sp>
        <p:nvSpPr>
          <p:cNvPr id="95" name="Text 86">
            <a:extLst>
              <a:ext uri="{FF2B5EF4-FFF2-40B4-BE49-F238E27FC236}">
                <a16:creationId xmlns:a16="http://schemas.microsoft.com/office/drawing/2014/main" id="{61330A78-3711-2E8F-F60B-42B30E4E3E20}"/>
              </a:ext>
            </a:extLst>
          </p:cNvPr>
          <p:cNvSpPr/>
          <p:nvPr/>
        </p:nvSpPr>
        <p:spPr>
          <a:xfrm>
            <a:off x="3977755" y="5842043"/>
            <a:ext cx="434340" cy="362179"/>
          </a:xfrm>
          <a:prstGeom prst="rect">
            <a:avLst/>
          </a:prstGeom>
          <a:noFill/>
          <a:ln/>
        </p:spPr>
        <p:txBody>
          <a:bodyPr wrap="square" lIns="635" tIns="635" rIns="635" bIns="635" rtlCol="0" anchor="ctr">
            <a:normAutofit fontScale="92500" lnSpcReduction="10000"/>
          </a:bodyPr>
          <a:lstStyle/>
          <a:p>
            <a:pPr marL="0" indent="0" algn="ctr">
              <a:buNone/>
            </a:pPr>
            <a:r>
              <a:rPr lang="en-US" sz="2800" dirty="0">
                <a:solidFill>
                  <a:srgbClr val="1F2937"/>
                </a:solidFill>
                <a:latin typeface="Microsoft YaHei" pitchFamily="34" charset="0"/>
                <a:ea typeface="Microsoft YaHei" pitchFamily="34" charset="-122"/>
                <a:cs typeface="Microsoft YaHei" pitchFamily="34" charset="-120"/>
              </a:rPr>
              <a:t>🏫</a:t>
            </a:r>
            <a:endParaRPr lang="en-US" sz="2800" dirty="0"/>
          </a:p>
        </p:txBody>
      </p:sp>
      <p:sp>
        <p:nvSpPr>
          <p:cNvPr id="96" name="Text 87">
            <a:extLst>
              <a:ext uri="{FF2B5EF4-FFF2-40B4-BE49-F238E27FC236}">
                <a16:creationId xmlns:a16="http://schemas.microsoft.com/office/drawing/2014/main" id="{E3B281CB-BA0C-BEAC-F997-81FA78F08C33}"/>
              </a:ext>
            </a:extLst>
          </p:cNvPr>
          <p:cNvSpPr/>
          <p:nvPr/>
        </p:nvSpPr>
        <p:spPr>
          <a:xfrm>
            <a:off x="3783445" y="6373209"/>
            <a:ext cx="822960" cy="182880"/>
          </a:xfrm>
          <a:prstGeom prst="rect">
            <a:avLst/>
          </a:prstGeom>
          <a:noFill/>
          <a:ln/>
        </p:spPr>
        <p:txBody>
          <a:bodyPr wrap="square" lIns="635" tIns="635" rIns="635" bIns="635" rtlCol="0" anchor="ctr">
            <a:normAutofit/>
          </a:bodyPr>
          <a:lstStyle/>
          <a:p>
            <a:pPr marL="0" indent="0" algn="ctr">
              <a:buNone/>
            </a:pPr>
            <a:r>
              <a:rPr lang="en-US" sz="900" dirty="0">
                <a:solidFill>
                  <a:srgbClr val="1F2937"/>
                </a:solidFill>
                <a:latin typeface="Microsoft YaHei" pitchFamily="34" charset="0"/>
                <a:ea typeface="Microsoft YaHei" pitchFamily="34" charset="-122"/>
                <a:cs typeface="Microsoft YaHei" pitchFamily="34" charset="-120"/>
              </a:rPr>
              <a:t>机构试点</a:t>
            </a:r>
            <a:endParaRPr lang="en-US" sz="900" dirty="0"/>
          </a:p>
        </p:txBody>
      </p:sp>
      <p:sp>
        <p:nvSpPr>
          <p:cNvPr id="97" name="Shape 88">
            <a:extLst>
              <a:ext uri="{FF2B5EF4-FFF2-40B4-BE49-F238E27FC236}">
                <a16:creationId xmlns:a16="http://schemas.microsoft.com/office/drawing/2014/main" id="{D04E801A-AAC6-D508-44CF-FDEB7F52EF18}"/>
              </a:ext>
            </a:extLst>
          </p:cNvPr>
          <p:cNvSpPr/>
          <p:nvPr/>
        </p:nvSpPr>
        <p:spPr>
          <a:xfrm>
            <a:off x="4542397" y="6025737"/>
            <a:ext cx="411480" cy="0"/>
          </a:xfrm>
          <a:prstGeom prst="line">
            <a:avLst/>
          </a:prstGeom>
          <a:noFill/>
          <a:ln w="19050">
            <a:solidFill>
              <a:srgbClr val="93C5FD"/>
            </a:solidFill>
            <a:prstDash val="solid"/>
            <a:headEnd type="none"/>
            <a:tailEnd type="triangle"/>
          </a:ln>
        </p:spPr>
        <p:txBody>
          <a:bodyPr/>
          <a:lstStyle/>
          <a:p>
            <a:endParaRPr lang="zh-CN" altLang="en-US"/>
          </a:p>
        </p:txBody>
      </p:sp>
      <p:sp>
        <p:nvSpPr>
          <p:cNvPr id="98" name="Shape 89">
            <a:extLst>
              <a:ext uri="{FF2B5EF4-FFF2-40B4-BE49-F238E27FC236}">
                <a16:creationId xmlns:a16="http://schemas.microsoft.com/office/drawing/2014/main" id="{E4D0538C-3DCC-E0FA-0D3D-C279DB16D8EF}"/>
              </a:ext>
            </a:extLst>
          </p:cNvPr>
          <p:cNvSpPr/>
          <p:nvPr/>
        </p:nvSpPr>
        <p:spPr>
          <a:xfrm>
            <a:off x="4999597" y="5778849"/>
            <a:ext cx="502920" cy="502920"/>
          </a:xfrm>
          <a:prstGeom prst="ellipse">
            <a:avLst/>
          </a:prstGeom>
          <a:solidFill>
            <a:srgbClr val="FFFFFF"/>
          </a:solidFill>
          <a:ln w="15240">
            <a:solidFill>
              <a:srgbClr val="BFDBFE"/>
            </a:solidFill>
            <a:prstDash val="solid"/>
          </a:ln>
        </p:spPr>
        <p:txBody>
          <a:bodyPr/>
          <a:lstStyle/>
          <a:p>
            <a:endParaRPr lang="zh-CN" altLang="en-US"/>
          </a:p>
        </p:txBody>
      </p:sp>
      <p:sp>
        <p:nvSpPr>
          <p:cNvPr id="99" name="Text 90">
            <a:extLst>
              <a:ext uri="{FF2B5EF4-FFF2-40B4-BE49-F238E27FC236}">
                <a16:creationId xmlns:a16="http://schemas.microsoft.com/office/drawing/2014/main" id="{A37EBC01-F014-DBED-03E7-CF99B47E530B}"/>
              </a:ext>
            </a:extLst>
          </p:cNvPr>
          <p:cNvSpPr/>
          <p:nvPr/>
        </p:nvSpPr>
        <p:spPr>
          <a:xfrm>
            <a:off x="5136757" y="5940836"/>
            <a:ext cx="219456" cy="164592"/>
          </a:xfrm>
          <a:prstGeom prst="rect">
            <a:avLst/>
          </a:prstGeom>
          <a:noFill/>
          <a:ln/>
        </p:spPr>
        <p:txBody>
          <a:bodyPr wrap="square" lIns="635" tIns="635" rIns="635" bIns="635" rtlCol="0" anchor="ctr">
            <a:noAutofit/>
          </a:bodyPr>
          <a:lstStyle/>
          <a:p>
            <a:pPr marL="0" indent="0" algn="ctr">
              <a:buNone/>
            </a:pPr>
            <a:r>
              <a:rPr lang="en-US" sz="2800" dirty="0">
                <a:solidFill>
                  <a:srgbClr val="1F2937"/>
                </a:solidFill>
                <a:latin typeface="Microsoft YaHei" pitchFamily="34" charset="0"/>
                <a:ea typeface="Microsoft YaHei" pitchFamily="34" charset="-122"/>
                <a:cs typeface="Microsoft YaHei" pitchFamily="34" charset="-120"/>
              </a:rPr>
              <a:t>💬</a:t>
            </a:r>
            <a:endParaRPr lang="en-US" sz="2800" dirty="0"/>
          </a:p>
        </p:txBody>
      </p:sp>
      <p:sp>
        <p:nvSpPr>
          <p:cNvPr id="100" name="Text 91">
            <a:extLst>
              <a:ext uri="{FF2B5EF4-FFF2-40B4-BE49-F238E27FC236}">
                <a16:creationId xmlns:a16="http://schemas.microsoft.com/office/drawing/2014/main" id="{FD86F69F-44D8-9AED-3A66-47FCAFA41A91}"/>
              </a:ext>
            </a:extLst>
          </p:cNvPr>
          <p:cNvSpPr/>
          <p:nvPr/>
        </p:nvSpPr>
        <p:spPr>
          <a:xfrm>
            <a:off x="4835005" y="6373209"/>
            <a:ext cx="822960" cy="182880"/>
          </a:xfrm>
          <a:prstGeom prst="rect">
            <a:avLst/>
          </a:prstGeom>
          <a:noFill/>
          <a:ln/>
        </p:spPr>
        <p:txBody>
          <a:bodyPr wrap="square" lIns="635" tIns="635" rIns="635" bIns="635" rtlCol="0" anchor="ctr">
            <a:normAutofit/>
          </a:bodyPr>
          <a:lstStyle/>
          <a:p>
            <a:pPr marL="0" indent="0" algn="ctr">
              <a:buNone/>
            </a:pPr>
            <a:r>
              <a:rPr lang="en-US" sz="900" dirty="0">
                <a:solidFill>
                  <a:srgbClr val="1F2937"/>
                </a:solidFill>
                <a:latin typeface="Microsoft YaHei" pitchFamily="34" charset="0"/>
                <a:ea typeface="Microsoft YaHei" pitchFamily="34" charset="-122"/>
                <a:cs typeface="Microsoft YaHei" pitchFamily="34" charset="-120"/>
              </a:rPr>
              <a:t>用户反馈</a:t>
            </a:r>
            <a:endParaRPr lang="en-US" sz="850" dirty="0"/>
          </a:p>
        </p:txBody>
      </p:sp>
      <p:sp>
        <p:nvSpPr>
          <p:cNvPr id="101" name="Shape 92">
            <a:extLst>
              <a:ext uri="{FF2B5EF4-FFF2-40B4-BE49-F238E27FC236}">
                <a16:creationId xmlns:a16="http://schemas.microsoft.com/office/drawing/2014/main" id="{58362F7A-1424-CA26-FED7-C6E140B8CD77}"/>
              </a:ext>
            </a:extLst>
          </p:cNvPr>
          <p:cNvSpPr/>
          <p:nvPr/>
        </p:nvSpPr>
        <p:spPr>
          <a:xfrm>
            <a:off x="5593957" y="6025737"/>
            <a:ext cx="411480" cy="0"/>
          </a:xfrm>
          <a:prstGeom prst="line">
            <a:avLst/>
          </a:prstGeom>
          <a:noFill/>
          <a:ln w="19050">
            <a:solidFill>
              <a:srgbClr val="93C5FD"/>
            </a:solidFill>
            <a:prstDash val="solid"/>
            <a:headEnd type="none"/>
            <a:tailEnd type="triangle"/>
          </a:ln>
        </p:spPr>
        <p:txBody>
          <a:bodyPr/>
          <a:lstStyle/>
          <a:p>
            <a:endParaRPr lang="zh-CN" altLang="en-US"/>
          </a:p>
        </p:txBody>
      </p:sp>
      <p:sp>
        <p:nvSpPr>
          <p:cNvPr id="102" name="Shape 93">
            <a:extLst>
              <a:ext uri="{FF2B5EF4-FFF2-40B4-BE49-F238E27FC236}">
                <a16:creationId xmlns:a16="http://schemas.microsoft.com/office/drawing/2014/main" id="{9C1CE411-9034-20C5-BB0C-1E21172FEB75}"/>
              </a:ext>
            </a:extLst>
          </p:cNvPr>
          <p:cNvSpPr/>
          <p:nvPr/>
        </p:nvSpPr>
        <p:spPr>
          <a:xfrm>
            <a:off x="6051157" y="5778849"/>
            <a:ext cx="502920" cy="502920"/>
          </a:xfrm>
          <a:prstGeom prst="ellipse">
            <a:avLst/>
          </a:prstGeom>
          <a:solidFill>
            <a:srgbClr val="FFFFFF"/>
          </a:solidFill>
          <a:ln w="15240">
            <a:solidFill>
              <a:srgbClr val="BFDBFE"/>
            </a:solidFill>
            <a:prstDash val="solid"/>
          </a:ln>
        </p:spPr>
        <p:txBody>
          <a:bodyPr/>
          <a:lstStyle/>
          <a:p>
            <a:endParaRPr lang="zh-CN" altLang="en-US"/>
          </a:p>
        </p:txBody>
      </p:sp>
      <p:sp>
        <p:nvSpPr>
          <p:cNvPr id="103" name="Text 94">
            <a:extLst>
              <a:ext uri="{FF2B5EF4-FFF2-40B4-BE49-F238E27FC236}">
                <a16:creationId xmlns:a16="http://schemas.microsoft.com/office/drawing/2014/main" id="{471E8DDB-4AD8-3DB6-68C2-E882DEAFF105}"/>
              </a:ext>
            </a:extLst>
          </p:cNvPr>
          <p:cNvSpPr/>
          <p:nvPr/>
        </p:nvSpPr>
        <p:spPr>
          <a:xfrm>
            <a:off x="5970315" y="5833713"/>
            <a:ext cx="664603" cy="484632"/>
          </a:xfrm>
          <a:prstGeom prst="rect">
            <a:avLst/>
          </a:prstGeom>
          <a:noFill/>
          <a:ln/>
        </p:spPr>
        <p:txBody>
          <a:bodyPr wrap="square" lIns="635" tIns="635" rIns="635" bIns="635" rtlCol="0" anchor="ctr">
            <a:normAutofit fontScale="92500" lnSpcReduction="10000"/>
          </a:bodyPr>
          <a:lstStyle/>
          <a:p>
            <a:pPr marL="0" indent="0" algn="ctr">
              <a:buNone/>
            </a:pPr>
            <a:r>
              <a:rPr lang="en-US" sz="3600" dirty="0">
                <a:solidFill>
                  <a:srgbClr val="1F2937"/>
                </a:solidFill>
                <a:latin typeface="Microsoft YaHei" pitchFamily="34" charset="0"/>
                <a:ea typeface="Microsoft YaHei" pitchFamily="34" charset="-122"/>
                <a:cs typeface="Microsoft YaHei" pitchFamily="34" charset="-120"/>
              </a:rPr>
              <a:t>⚙</a:t>
            </a:r>
            <a:endParaRPr lang="en-US" sz="3600" dirty="0"/>
          </a:p>
        </p:txBody>
      </p:sp>
      <p:sp>
        <p:nvSpPr>
          <p:cNvPr id="104" name="Text 95">
            <a:extLst>
              <a:ext uri="{FF2B5EF4-FFF2-40B4-BE49-F238E27FC236}">
                <a16:creationId xmlns:a16="http://schemas.microsoft.com/office/drawing/2014/main" id="{E4B17BDC-C4EA-B6A4-5C13-AC3FBC76A1C5}"/>
              </a:ext>
            </a:extLst>
          </p:cNvPr>
          <p:cNvSpPr/>
          <p:nvPr/>
        </p:nvSpPr>
        <p:spPr>
          <a:xfrm>
            <a:off x="5886565" y="6373209"/>
            <a:ext cx="822960" cy="182880"/>
          </a:xfrm>
          <a:prstGeom prst="rect">
            <a:avLst/>
          </a:prstGeom>
          <a:noFill/>
          <a:ln/>
        </p:spPr>
        <p:txBody>
          <a:bodyPr wrap="square" lIns="635" tIns="635" rIns="635" bIns="635" rtlCol="0" anchor="ctr">
            <a:normAutofit/>
          </a:bodyPr>
          <a:lstStyle/>
          <a:p>
            <a:pPr marL="0" indent="0" algn="ctr">
              <a:buNone/>
            </a:pPr>
            <a:r>
              <a:rPr lang="en-US" sz="900" dirty="0">
                <a:solidFill>
                  <a:srgbClr val="1F2937"/>
                </a:solidFill>
                <a:latin typeface="Microsoft YaHei" pitchFamily="34" charset="0"/>
                <a:ea typeface="Microsoft YaHei" pitchFamily="34" charset="-122"/>
                <a:cs typeface="Microsoft YaHei" pitchFamily="34" charset="-120"/>
              </a:rPr>
              <a:t>样机迭代</a:t>
            </a:r>
            <a:endParaRPr lang="en-US" sz="850" dirty="0"/>
          </a:p>
        </p:txBody>
      </p:sp>
      <p:sp>
        <p:nvSpPr>
          <p:cNvPr id="105" name="Shape 96">
            <a:extLst>
              <a:ext uri="{FF2B5EF4-FFF2-40B4-BE49-F238E27FC236}">
                <a16:creationId xmlns:a16="http://schemas.microsoft.com/office/drawing/2014/main" id="{70D9EE37-7EF5-EB5B-68EF-C42E5D595E2D}"/>
              </a:ext>
            </a:extLst>
          </p:cNvPr>
          <p:cNvSpPr/>
          <p:nvPr/>
        </p:nvSpPr>
        <p:spPr>
          <a:xfrm>
            <a:off x="6645517" y="6025737"/>
            <a:ext cx="411480" cy="0"/>
          </a:xfrm>
          <a:prstGeom prst="line">
            <a:avLst/>
          </a:prstGeom>
          <a:noFill/>
          <a:ln w="19050">
            <a:solidFill>
              <a:srgbClr val="93C5FD"/>
            </a:solidFill>
            <a:prstDash val="solid"/>
            <a:headEnd type="none"/>
            <a:tailEnd type="triangle"/>
          </a:ln>
        </p:spPr>
        <p:txBody>
          <a:bodyPr/>
          <a:lstStyle/>
          <a:p>
            <a:endParaRPr lang="zh-CN" altLang="en-US"/>
          </a:p>
        </p:txBody>
      </p:sp>
      <p:sp>
        <p:nvSpPr>
          <p:cNvPr id="106" name="Shape 97">
            <a:extLst>
              <a:ext uri="{FF2B5EF4-FFF2-40B4-BE49-F238E27FC236}">
                <a16:creationId xmlns:a16="http://schemas.microsoft.com/office/drawing/2014/main" id="{7D56683B-55F9-2906-6342-C9C7600DDF19}"/>
              </a:ext>
            </a:extLst>
          </p:cNvPr>
          <p:cNvSpPr/>
          <p:nvPr/>
        </p:nvSpPr>
        <p:spPr>
          <a:xfrm>
            <a:off x="7102717" y="5778849"/>
            <a:ext cx="502920" cy="502920"/>
          </a:xfrm>
          <a:prstGeom prst="ellipse">
            <a:avLst/>
          </a:prstGeom>
          <a:solidFill>
            <a:srgbClr val="FFFFFF"/>
          </a:solidFill>
          <a:ln w="15240">
            <a:solidFill>
              <a:srgbClr val="BFDBFE"/>
            </a:solidFill>
            <a:prstDash val="solid"/>
          </a:ln>
        </p:spPr>
        <p:txBody>
          <a:bodyPr/>
          <a:lstStyle/>
          <a:p>
            <a:endParaRPr lang="zh-CN" altLang="en-US"/>
          </a:p>
        </p:txBody>
      </p:sp>
      <p:sp>
        <p:nvSpPr>
          <p:cNvPr id="107" name="Text 98">
            <a:extLst>
              <a:ext uri="{FF2B5EF4-FFF2-40B4-BE49-F238E27FC236}">
                <a16:creationId xmlns:a16="http://schemas.microsoft.com/office/drawing/2014/main" id="{7947D454-0B8C-8DBF-72F1-03F5E748B52B}"/>
              </a:ext>
            </a:extLst>
          </p:cNvPr>
          <p:cNvSpPr/>
          <p:nvPr/>
        </p:nvSpPr>
        <p:spPr>
          <a:xfrm>
            <a:off x="6962555" y="5678265"/>
            <a:ext cx="822959" cy="649224"/>
          </a:xfrm>
          <a:prstGeom prst="rect">
            <a:avLst/>
          </a:prstGeom>
          <a:noFill/>
          <a:ln/>
        </p:spPr>
        <p:txBody>
          <a:bodyPr wrap="square" lIns="635" tIns="635" rIns="635" bIns="635" rtlCol="0" anchor="ctr">
            <a:normAutofit/>
          </a:bodyPr>
          <a:lstStyle/>
          <a:p>
            <a:pPr marL="0" indent="0" algn="ctr">
              <a:buNone/>
            </a:pPr>
            <a:r>
              <a:rPr lang="en-US" sz="2800" dirty="0">
                <a:solidFill>
                  <a:srgbClr val="1F2937"/>
                </a:solidFill>
                <a:latin typeface="Microsoft YaHei" pitchFamily="34" charset="0"/>
                <a:ea typeface="Microsoft YaHei" pitchFamily="34" charset="-122"/>
                <a:cs typeface="Microsoft YaHei" pitchFamily="34" charset="-120"/>
              </a:rPr>
              <a:t>🎚</a:t>
            </a:r>
            <a:endParaRPr lang="en-US" sz="2800" dirty="0"/>
          </a:p>
        </p:txBody>
      </p:sp>
      <p:sp>
        <p:nvSpPr>
          <p:cNvPr id="108" name="Text 99">
            <a:extLst>
              <a:ext uri="{FF2B5EF4-FFF2-40B4-BE49-F238E27FC236}">
                <a16:creationId xmlns:a16="http://schemas.microsoft.com/office/drawing/2014/main" id="{FBE5B0F2-1166-F251-1159-5FC0F6AD4209}"/>
              </a:ext>
            </a:extLst>
          </p:cNvPr>
          <p:cNvSpPr/>
          <p:nvPr/>
        </p:nvSpPr>
        <p:spPr>
          <a:xfrm>
            <a:off x="6938125" y="6373209"/>
            <a:ext cx="822960" cy="182880"/>
          </a:xfrm>
          <a:prstGeom prst="rect">
            <a:avLst/>
          </a:prstGeom>
          <a:noFill/>
          <a:ln/>
        </p:spPr>
        <p:txBody>
          <a:bodyPr wrap="square" lIns="635" tIns="635" rIns="635" bIns="635" rtlCol="0" anchor="ctr">
            <a:normAutofit/>
          </a:bodyPr>
          <a:lstStyle/>
          <a:p>
            <a:pPr marL="0" indent="0" algn="ctr">
              <a:buNone/>
            </a:pPr>
            <a:r>
              <a:rPr lang="en-US" sz="900" dirty="0">
                <a:solidFill>
                  <a:srgbClr val="1F2937"/>
                </a:solidFill>
                <a:latin typeface="Microsoft YaHei" pitchFamily="34" charset="0"/>
                <a:ea typeface="Microsoft YaHei" pitchFamily="34" charset="-122"/>
                <a:cs typeface="Microsoft YaHei" pitchFamily="34" charset="-120"/>
              </a:rPr>
              <a:t>辅具适配</a:t>
            </a:r>
            <a:endParaRPr lang="en-US" sz="850" dirty="0"/>
          </a:p>
        </p:txBody>
      </p:sp>
      <p:sp>
        <p:nvSpPr>
          <p:cNvPr id="109" name="Shape 100">
            <a:extLst>
              <a:ext uri="{FF2B5EF4-FFF2-40B4-BE49-F238E27FC236}">
                <a16:creationId xmlns:a16="http://schemas.microsoft.com/office/drawing/2014/main" id="{AD94B18D-D1A3-825F-8B32-0D3357B46443}"/>
              </a:ext>
            </a:extLst>
          </p:cNvPr>
          <p:cNvSpPr/>
          <p:nvPr/>
        </p:nvSpPr>
        <p:spPr>
          <a:xfrm>
            <a:off x="7697077" y="6025737"/>
            <a:ext cx="411480" cy="0"/>
          </a:xfrm>
          <a:prstGeom prst="line">
            <a:avLst/>
          </a:prstGeom>
          <a:noFill/>
          <a:ln w="19050">
            <a:solidFill>
              <a:srgbClr val="93C5FD"/>
            </a:solidFill>
            <a:prstDash val="solid"/>
            <a:headEnd type="none"/>
            <a:tailEnd type="triangle"/>
          </a:ln>
        </p:spPr>
        <p:txBody>
          <a:bodyPr/>
          <a:lstStyle/>
          <a:p>
            <a:endParaRPr lang="zh-CN" altLang="en-US"/>
          </a:p>
        </p:txBody>
      </p:sp>
      <p:sp>
        <p:nvSpPr>
          <p:cNvPr id="110" name="Shape 101">
            <a:extLst>
              <a:ext uri="{FF2B5EF4-FFF2-40B4-BE49-F238E27FC236}">
                <a16:creationId xmlns:a16="http://schemas.microsoft.com/office/drawing/2014/main" id="{C419AD60-4A05-267B-27FE-3230659F8787}"/>
              </a:ext>
            </a:extLst>
          </p:cNvPr>
          <p:cNvSpPr/>
          <p:nvPr/>
        </p:nvSpPr>
        <p:spPr>
          <a:xfrm>
            <a:off x="8154277" y="5778849"/>
            <a:ext cx="502920" cy="502920"/>
          </a:xfrm>
          <a:prstGeom prst="ellipse">
            <a:avLst/>
          </a:prstGeom>
          <a:solidFill>
            <a:srgbClr val="FFFFFF"/>
          </a:solidFill>
          <a:ln w="15240">
            <a:solidFill>
              <a:srgbClr val="BFDBFE"/>
            </a:solidFill>
            <a:prstDash val="solid"/>
          </a:ln>
        </p:spPr>
        <p:txBody>
          <a:bodyPr/>
          <a:lstStyle/>
          <a:p>
            <a:endParaRPr lang="zh-CN" altLang="en-US"/>
          </a:p>
        </p:txBody>
      </p:sp>
      <p:sp>
        <p:nvSpPr>
          <p:cNvPr id="111" name="Text 102">
            <a:extLst>
              <a:ext uri="{FF2B5EF4-FFF2-40B4-BE49-F238E27FC236}">
                <a16:creationId xmlns:a16="http://schemas.microsoft.com/office/drawing/2014/main" id="{E4B1FDAA-D919-6516-637F-722D9DCE4403}"/>
              </a:ext>
            </a:extLst>
          </p:cNvPr>
          <p:cNvSpPr/>
          <p:nvPr/>
        </p:nvSpPr>
        <p:spPr>
          <a:xfrm>
            <a:off x="7979664" y="5618118"/>
            <a:ext cx="822960" cy="841959"/>
          </a:xfrm>
          <a:prstGeom prst="rect">
            <a:avLst/>
          </a:prstGeom>
          <a:noFill/>
          <a:ln/>
        </p:spPr>
        <p:txBody>
          <a:bodyPr wrap="square" lIns="635" tIns="635" rIns="635" bIns="635" rtlCol="0" anchor="ctr">
            <a:normAutofit/>
          </a:bodyPr>
          <a:lstStyle/>
          <a:p>
            <a:pPr marL="0" indent="0" algn="ctr">
              <a:buNone/>
            </a:pPr>
            <a:r>
              <a:rPr lang="en-US" sz="2800" dirty="0">
                <a:solidFill>
                  <a:srgbClr val="1F2937"/>
                </a:solidFill>
                <a:latin typeface="Microsoft YaHei" pitchFamily="34" charset="0"/>
                <a:ea typeface="Microsoft YaHei" pitchFamily="34" charset="-122"/>
                <a:cs typeface="Microsoft YaHei" pitchFamily="34" charset="-120"/>
              </a:rPr>
              <a:t>📦</a:t>
            </a:r>
            <a:endParaRPr lang="en-US" sz="2800" dirty="0"/>
          </a:p>
        </p:txBody>
      </p:sp>
      <p:sp>
        <p:nvSpPr>
          <p:cNvPr id="112" name="Text 103">
            <a:extLst>
              <a:ext uri="{FF2B5EF4-FFF2-40B4-BE49-F238E27FC236}">
                <a16:creationId xmlns:a16="http://schemas.microsoft.com/office/drawing/2014/main" id="{B8244CCD-7178-CCBF-9FE4-C4A647AC4240}"/>
              </a:ext>
            </a:extLst>
          </p:cNvPr>
          <p:cNvSpPr/>
          <p:nvPr/>
        </p:nvSpPr>
        <p:spPr>
          <a:xfrm>
            <a:off x="7989684" y="6373209"/>
            <a:ext cx="904379" cy="182880"/>
          </a:xfrm>
          <a:prstGeom prst="rect">
            <a:avLst/>
          </a:prstGeom>
          <a:noFill/>
          <a:ln/>
        </p:spPr>
        <p:txBody>
          <a:bodyPr wrap="square" lIns="635" tIns="635" rIns="635" bIns="635" rtlCol="0" anchor="ctr">
            <a:normAutofit fontScale="92500"/>
          </a:bodyPr>
          <a:lstStyle/>
          <a:p>
            <a:pPr marL="0" indent="0" algn="ctr">
              <a:buNone/>
            </a:pPr>
            <a:r>
              <a:rPr lang="en-US" sz="1000" dirty="0">
                <a:solidFill>
                  <a:srgbClr val="1F2937"/>
                </a:solidFill>
                <a:latin typeface="Microsoft YaHei" pitchFamily="34" charset="0"/>
                <a:ea typeface="Microsoft YaHei" pitchFamily="34" charset="-122"/>
                <a:cs typeface="Microsoft YaHei" pitchFamily="34" charset="-120"/>
              </a:rPr>
              <a:t>硬件+软件+服务</a:t>
            </a:r>
            <a:endParaRPr lang="en-US" sz="1000" dirty="0"/>
          </a:p>
        </p:txBody>
      </p:sp>
    </p:spTree>
    <p:extLst>
      <p:ext uri="{BB962C8B-B14F-4D97-AF65-F5344CB8AC3E}">
        <p14:creationId xmlns:p14="http://schemas.microsoft.com/office/powerpoint/2010/main" val="38402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1000" fill="hold"/>
                                        <p:tgtEl>
                                          <p:spTgt spid="3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1000"/>
                                        <p:tgtEl>
                                          <p:spTgt spid="33"/>
                                        </p:tgtEl>
                                      </p:cBhvr>
                                    </p:animEffect>
                                    <p:anim calcmode="lin" valueType="num">
                                      <p:cBhvr>
                                        <p:cTn id="23" dur="1000" fill="hold"/>
                                        <p:tgtEl>
                                          <p:spTgt spid="33"/>
                                        </p:tgtEl>
                                        <p:attrNameLst>
                                          <p:attrName>ppt_x</p:attrName>
                                        </p:attrNameLst>
                                      </p:cBhvr>
                                      <p:tavLst>
                                        <p:tav tm="0">
                                          <p:val>
                                            <p:strVal val="#ppt_x"/>
                                          </p:val>
                                        </p:tav>
                                        <p:tav tm="100000">
                                          <p:val>
                                            <p:strVal val="#ppt_x"/>
                                          </p:val>
                                        </p:tav>
                                      </p:tavLst>
                                    </p:anim>
                                    <p:anim calcmode="lin" valueType="num">
                                      <p:cBhvr>
                                        <p:cTn id="24" dur="1000" fill="hold"/>
                                        <p:tgtEl>
                                          <p:spTgt spid="3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1000"/>
                                        <p:tgtEl>
                                          <p:spTgt spid="37"/>
                                        </p:tgtEl>
                                      </p:cBhvr>
                                    </p:animEffect>
                                    <p:anim calcmode="lin" valueType="num">
                                      <p:cBhvr>
                                        <p:cTn id="43" dur="1000" fill="hold"/>
                                        <p:tgtEl>
                                          <p:spTgt spid="37"/>
                                        </p:tgtEl>
                                        <p:attrNameLst>
                                          <p:attrName>ppt_x</p:attrName>
                                        </p:attrNameLst>
                                      </p:cBhvr>
                                      <p:tavLst>
                                        <p:tav tm="0">
                                          <p:val>
                                            <p:strVal val="#ppt_x"/>
                                          </p:val>
                                        </p:tav>
                                        <p:tav tm="100000">
                                          <p:val>
                                            <p:strVal val="#ppt_x"/>
                                          </p:val>
                                        </p:tav>
                                      </p:tavLst>
                                    </p:anim>
                                    <p:anim calcmode="lin" valueType="num">
                                      <p:cBhvr>
                                        <p:cTn id="44" dur="1000" fill="hold"/>
                                        <p:tgtEl>
                                          <p:spTgt spid="3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1000"/>
                                        <p:tgtEl>
                                          <p:spTgt spid="38"/>
                                        </p:tgtEl>
                                      </p:cBhvr>
                                    </p:animEffect>
                                    <p:anim calcmode="lin" valueType="num">
                                      <p:cBhvr>
                                        <p:cTn id="48" dur="1000" fill="hold"/>
                                        <p:tgtEl>
                                          <p:spTgt spid="38"/>
                                        </p:tgtEl>
                                        <p:attrNameLst>
                                          <p:attrName>ppt_x</p:attrName>
                                        </p:attrNameLst>
                                      </p:cBhvr>
                                      <p:tavLst>
                                        <p:tav tm="0">
                                          <p:val>
                                            <p:strVal val="#ppt_x"/>
                                          </p:val>
                                        </p:tav>
                                        <p:tav tm="100000">
                                          <p:val>
                                            <p:strVal val="#ppt_x"/>
                                          </p:val>
                                        </p:tav>
                                      </p:tavLst>
                                    </p:anim>
                                    <p:anim calcmode="lin" valueType="num">
                                      <p:cBhvr>
                                        <p:cTn id="49" dur="1000" fill="hold"/>
                                        <p:tgtEl>
                                          <p:spTgt spid="3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1000"/>
                                        <p:tgtEl>
                                          <p:spTgt spid="39"/>
                                        </p:tgtEl>
                                      </p:cBhvr>
                                    </p:animEffect>
                                    <p:anim calcmode="lin" valueType="num">
                                      <p:cBhvr>
                                        <p:cTn id="53" dur="1000" fill="hold"/>
                                        <p:tgtEl>
                                          <p:spTgt spid="39"/>
                                        </p:tgtEl>
                                        <p:attrNameLst>
                                          <p:attrName>ppt_x</p:attrName>
                                        </p:attrNameLst>
                                      </p:cBhvr>
                                      <p:tavLst>
                                        <p:tav tm="0">
                                          <p:val>
                                            <p:strVal val="#ppt_x"/>
                                          </p:val>
                                        </p:tav>
                                        <p:tav tm="100000">
                                          <p:val>
                                            <p:strVal val="#ppt_x"/>
                                          </p:val>
                                        </p:tav>
                                      </p:tavLst>
                                    </p:anim>
                                    <p:anim calcmode="lin" valueType="num">
                                      <p:cBhvr>
                                        <p:cTn id="54" dur="1000" fill="hold"/>
                                        <p:tgtEl>
                                          <p:spTgt spid="3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1000"/>
                                        <p:tgtEl>
                                          <p:spTgt spid="40"/>
                                        </p:tgtEl>
                                      </p:cBhvr>
                                    </p:animEffect>
                                    <p:anim calcmode="lin" valueType="num">
                                      <p:cBhvr>
                                        <p:cTn id="58" dur="1000" fill="hold"/>
                                        <p:tgtEl>
                                          <p:spTgt spid="40"/>
                                        </p:tgtEl>
                                        <p:attrNameLst>
                                          <p:attrName>ppt_x</p:attrName>
                                        </p:attrNameLst>
                                      </p:cBhvr>
                                      <p:tavLst>
                                        <p:tav tm="0">
                                          <p:val>
                                            <p:strVal val="#ppt_x"/>
                                          </p:val>
                                        </p:tav>
                                        <p:tav tm="100000">
                                          <p:val>
                                            <p:strVal val="#ppt_x"/>
                                          </p:val>
                                        </p:tav>
                                      </p:tavLst>
                                    </p:anim>
                                    <p:anim calcmode="lin" valueType="num">
                                      <p:cBhvr>
                                        <p:cTn id="59" dur="1000" fill="hold"/>
                                        <p:tgtEl>
                                          <p:spTgt spid="4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1000"/>
                                        <p:tgtEl>
                                          <p:spTgt spid="41"/>
                                        </p:tgtEl>
                                      </p:cBhvr>
                                    </p:animEffect>
                                    <p:anim calcmode="lin" valueType="num">
                                      <p:cBhvr>
                                        <p:cTn id="63" dur="1000" fill="hold"/>
                                        <p:tgtEl>
                                          <p:spTgt spid="41"/>
                                        </p:tgtEl>
                                        <p:attrNameLst>
                                          <p:attrName>ppt_x</p:attrName>
                                        </p:attrNameLst>
                                      </p:cBhvr>
                                      <p:tavLst>
                                        <p:tav tm="0">
                                          <p:val>
                                            <p:strVal val="#ppt_x"/>
                                          </p:val>
                                        </p:tav>
                                        <p:tav tm="100000">
                                          <p:val>
                                            <p:strVal val="#ppt_x"/>
                                          </p:val>
                                        </p:tav>
                                      </p:tavLst>
                                    </p:anim>
                                    <p:anim calcmode="lin" valueType="num">
                                      <p:cBhvr>
                                        <p:cTn id="64" dur="1000" fill="hold"/>
                                        <p:tgtEl>
                                          <p:spTgt spid="4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1000"/>
                                        <p:tgtEl>
                                          <p:spTgt spid="42"/>
                                        </p:tgtEl>
                                      </p:cBhvr>
                                    </p:animEffect>
                                    <p:anim calcmode="lin" valueType="num">
                                      <p:cBhvr>
                                        <p:cTn id="68" dur="1000" fill="hold"/>
                                        <p:tgtEl>
                                          <p:spTgt spid="42"/>
                                        </p:tgtEl>
                                        <p:attrNameLst>
                                          <p:attrName>ppt_x</p:attrName>
                                        </p:attrNameLst>
                                      </p:cBhvr>
                                      <p:tavLst>
                                        <p:tav tm="0">
                                          <p:val>
                                            <p:strVal val="#ppt_x"/>
                                          </p:val>
                                        </p:tav>
                                        <p:tav tm="100000">
                                          <p:val>
                                            <p:strVal val="#ppt_x"/>
                                          </p:val>
                                        </p:tav>
                                      </p:tavLst>
                                    </p:anim>
                                    <p:anim calcmode="lin" valueType="num">
                                      <p:cBhvr>
                                        <p:cTn id="69" dur="1000" fill="hold"/>
                                        <p:tgtEl>
                                          <p:spTgt spid="4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1000"/>
                                        <p:tgtEl>
                                          <p:spTgt spid="43"/>
                                        </p:tgtEl>
                                      </p:cBhvr>
                                    </p:animEffect>
                                    <p:anim calcmode="lin" valueType="num">
                                      <p:cBhvr>
                                        <p:cTn id="73" dur="1000" fill="hold"/>
                                        <p:tgtEl>
                                          <p:spTgt spid="43"/>
                                        </p:tgtEl>
                                        <p:attrNameLst>
                                          <p:attrName>ppt_x</p:attrName>
                                        </p:attrNameLst>
                                      </p:cBhvr>
                                      <p:tavLst>
                                        <p:tav tm="0">
                                          <p:val>
                                            <p:strVal val="#ppt_x"/>
                                          </p:val>
                                        </p:tav>
                                        <p:tav tm="100000">
                                          <p:val>
                                            <p:strVal val="#ppt_x"/>
                                          </p:val>
                                        </p:tav>
                                      </p:tavLst>
                                    </p:anim>
                                    <p:anim calcmode="lin" valueType="num">
                                      <p:cBhvr>
                                        <p:cTn id="74" dur="1000" fill="hold"/>
                                        <p:tgtEl>
                                          <p:spTgt spid="4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1000"/>
                                        <p:tgtEl>
                                          <p:spTgt spid="44"/>
                                        </p:tgtEl>
                                      </p:cBhvr>
                                    </p:animEffect>
                                    <p:anim calcmode="lin" valueType="num">
                                      <p:cBhvr>
                                        <p:cTn id="78" dur="1000" fill="hold"/>
                                        <p:tgtEl>
                                          <p:spTgt spid="44"/>
                                        </p:tgtEl>
                                        <p:attrNameLst>
                                          <p:attrName>ppt_x</p:attrName>
                                        </p:attrNameLst>
                                      </p:cBhvr>
                                      <p:tavLst>
                                        <p:tav tm="0">
                                          <p:val>
                                            <p:strVal val="#ppt_x"/>
                                          </p:val>
                                        </p:tav>
                                        <p:tav tm="100000">
                                          <p:val>
                                            <p:strVal val="#ppt_x"/>
                                          </p:val>
                                        </p:tav>
                                      </p:tavLst>
                                    </p:anim>
                                    <p:anim calcmode="lin" valueType="num">
                                      <p:cBhvr>
                                        <p:cTn id="79" dur="1000" fill="hold"/>
                                        <p:tgtEl>
                                          <p:spTgt spid="44"/>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fade">
                                      <p:cBhvr>
                                        <p:cTn id="82" dur="1000"/>
                                        <p:tgtEl>
                                          <p:spTgt spid="45"/>
                                        </p:tgtEl>
                                      </p:cBhvr>
                                    </p:animEffect>
                                    <p:anim calcmode="lin" valueType="num">
                                      <p:cBhvr>
                                        <p:cTn id="83" dur="1000" fill="hold"/>
                                        <p:tgtEl>
                                          <p:spTgt spid="45"/>
                                        </p:tgtEl>
                                        <p:attrNameLst>
                                          <p:attrName>ppt_x</p:attrName>
                                        </p:attrNameLst>
                                      </p:cBhvr>
                                      <p:tavLst>
                                        <p:tav tm="0">
                                          <p:val>
                                            <p:strVal val="#ppt_x"/>
                                          </p:val>
                                        </p:tav>
                                        <p:tav tm="100000">
                                          <p:val>
                                            <p:strVal val="#ppt_x"/>
                                          </p:val>
                                        </p:tav>
                                      </p:tavLst>
                                    </p:anim>
                                    <p:anim calcmode="lin" valueType="num">
                                      <p:cBhvr>
                                        <p:cTn id="84" dur="1000" fill="hold"/>
                                        <p:tgtEl>
                                          <p:spTgt spid="45"/>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1000"/>
                                        <p:tgtEl>
                                          <p:spTgt spid="46"/>
                                        </p:tgtEl>
                                      </p:cBhvr>
                                    </p:animEffect>
                                    <p:anim calcmode="lin" valueType="num">
                                      <p:cBhvr>
                                        <p:cTn id="88" dur="1000" fill="hold"/>
                                        <p:tgtEl>
                                          <p:spTgt spid="46"/>
                                        </p:tgtEl>
                                        <p:attrNameLst>
                                          <p:attrName>ppt_x</p:attrName>
                                        </p:attrNameLst>
                                      </p:cBhvr>
                                      <p:tavLst>
                                        <p:tav tm="0">
                                          <p:val>
                                            <p:strVal val="#ppt_x"/>
                                          </p:val>
                                        </p:tav>
                                        <p:tav tm="100000">
                                          <p:val>
                                            <p:strVal val="#ppt_x"/>
                                          </p:val>
                                        </p:tav>
                                      </p:tavLst>
                                    </p:anim>
                                    <p:anim calcmode="lin" valueType="num">
                                      <p:cBhvr>
                                        <p:cTn id="89" dur="1000" fill="hold"/>
                                        <p:tgtEl>
                                          <p:spTgt spid="46"/>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1000"/>
                                        <p:tgtEl>
                                          <p:spTgt spid="47"/>
                                        </p:tgtEl>
                                      </p:cBhvr>
                                    </p:animEffect>
                                    <p:anim calcmode="lin" valueType="num">
                                      <p:cBhvr>
                                        <p:cTn id="93" dur="1000" fill="hold"/>
                                        <p:tgtEl>
                                          <p:spTgt spid="47"/>
                                        </p:tgtEl>
                                        <p:attrNameLst>
                                          <p:attrName>ppt_x</p:attrName>
                                        </p:attrNameLst>
                                      </p:cBhvr>
                                      <p:tavLst>
                                        <p:tav tm="0">
                                          <p:val>
                                            <p:strVal val="#ppt_x"/>
                                          </p:val>
                                        </p:tav>
                                        <p:tav tm="100000">
                                          <p:val>
                                            <p:strVal val="#ppt_x"/>
                                          </p:val>
                                        </p:tav>
                                      </p:tavLst>
                                    </p:anim>
                                    <p:anim calcmode="lin" valueType="num">
                                      <p:cBhvr>
                                        <p:cTn id="94" dur="1000" fill="hold"/>
                                        <p:tgtEl>
                                          <p:spTgt spid="47"/>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fade">
                                      <p:cBhvr>
                                        <p:cTn id="97" dur="1000"/>
                                        <p:tgtEl>
                                          <p:spTgt spid="48"/>
                                        </p:tgtEl>
                                      </p:cBhvr>
                                    </p:animEffect>
                                    <p:anim calcmode="lin" valueType="num">
                                      <p:cBhvr>
                                        <p:cTn id="98" dur="1000" fill="hold"/>
                                        <p:tgtEl>
                                          <p:spTgt spid="48"/>
                                        </p:tgtEl>
                                        <p:attrNameLst>
                                          <p:attrName>ppt_x</p:attrName>
                                        </p:attrNameLst>
                                      </p:cBhvr>
                                      <p:tavLst>
                                        <p:tav tm="0">
                                          <p:val>
                                            <p:strVal val="#ppt_x"/>
                                          </p:val>
                                        </p:tav>
                                        <p:tav tm="100000">
                                          <p:val>
                                            <p:strVal val="#ppt_x"/>
                                          </p:val>
                                        </p:tav>
                                      </p:tavLst>
                                    </p:anim>
                                    <p:anim calcmode="lin" valueType="num">
                                      <p:cBhvr>
                                        <p:cTn id="99" dur="1000" fill="hold"/>
                                        <p:tgtEl>
                                          <p:spTgt spid="48"/>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fade">
                                      <p:cBhvr>
                                        <p:cTn id="102" dur="1000"/>
                                        <p:tgtEl>
                                          <p:spTgt spid="49"/>
                                        </p:tgtEl>
                                      </p:cBhvr>
                                    </p:animEffect>
                                    <p:anim calcmode="lin" valueType="num">
                                      <p:cBhvr>
                                        <p:cTn id="103" dur="1000" fill="hold"/>
                                        <p:tgtEl>
                                          <p:spTgt spid="49"/>
                                        </p:tgtEl>
                                        <p:attrNameLst>
                                          <p:attrName>ppt_x</p:attrName>
                                        </p:attrNameLst>
                                      </p:cBhvr>
                                      <p:tavLst>
                                        <p:tav tm="0">
                                          <p:val>
                                            <p:strVal val="#ppt_x"/>
                                          </p:val>
                                        </p:tav>
                                        <p:tav tm="100000">
                                          <p:val>
                                            <p:strVal val="#ppt_x"/>
                                          </p:val>
                                        </p:tav>
                                      </p:tavLst>
                                    </p:anim>
                                    <p:anim calcmode="lin" valueType="num">
                                      <p:cBhvr>
                                        <p:cTn id="104"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4" presetClass="entr" presetSubtype="10" fill="hold" grpId="0" nodeType="click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randombar(horizontal)">
                                      <p:cBhvr>
                                        <p:cTn id="109" dur="500"/>
                                        <p:tgtEl>
                                          <p:spTgt spid="53"/>
                                        </p:tgtEl>
                                      </p:cBhvr>
                                    </p:animEffect>
                                  </p:childTnLst>
                                </p:cTn>
                              </p:par>
                              <p:par>
                                <p:cTn id="110" presetID="14" presetClass="entr" presetSubtype="10" fill="hold" grpId="0" nodeType="withEffect">
                                  <p:stCondLst>
                                    <p:cond delay="0"/>
                                  </p:stCondLst>
                                  <p:childTnLst>
                                    <p:set>
                                      <p:cBhvr>
                                        <p:cTn id="111" dur="1" fill="hold">
                                          <p:stCondLst>
                                            <p:cond delay="0"/>
                                          </p:stCondLst>
                                        </p:cTn>
                                        <p:tgtEl>
                                          <p:spTgt spid="54"/>
                                        </p:tgtEl>
                                        <p:attrNameLst>
                                          <p:attrName>style.visibility</p:attrName>
                                        </p:attrNameLst>
                                      </p:cBhvr>
                                      <p:to>
                                        <p:strVal val="visible"/>
                                      </p:to>
                                    </p:set>
                                    <p:animEffect transition="in" filter="randombar(horizontal)">
                                      <p:cBhvr>
                                        <p:cTn id="112" dur="500"/>
                                        <p:tgtEl>
                                          <p:spTgt spid="54"/>
                                        </p:tgtEl>
                                      </p:cBhvr>
                                    </p:animEffect>
                                  </p:childTnLst>
                                </p:cTn>
                              </p:par>
                              <p:par>
                                <p:cTn id="113" presetID="14" presetClass="entr" presetSubtype="10" fill="hold" grpId="0" nodeType="withEffect">
                                  <p:stCondLst>
                                    <p:cond delay="0"/>
                                  </p:stCondLst>
                                  <p:childTnLst>
                                    <p:set>
                                      <p:cBhvr>
                                        <p:cTn id="114" dur="1" fill="hold">
                                          <p:stCondLst>
                                            <p:cond delay="0"/>
                                          </p:stCondLst>
                                        </p:cTn>
                                        <p:tgtEl>
                                          <p:spTgt spid="55"/>
                                        </p:tgtEl>
                                        <p:attrNameLst>
                                          <p:attrName>style.visibility</p:attrName>
                                        </p:attrNameLst>
                                      </p:cBhvr>
                                      <p:to>
                                        <p:strVal val="visible"/>
                                      </p:to>
                                    </p:set>
                                    <p:animEffect transition="in" filter="randombar(horizontal)">
                                      <p:cBhvr>
                                        <p:cTn id="115" dur="500"/>
                                        <p:tgtEl>
                                          <p:spTgt spid="55"/>
                                        </p:tgtEl>
                                      </p:cBhvr>
                                    </p:animEffect>
                                  </p:childTnLst>
                                </p:cTn>
                              </p:par>
                              <p:par>
                                <p:cTn id="116" presetID="14" presetClass="entr" presetSubtype="10" fill="hold" grpId="0" nodeType="withEffect">
                                  <p:stCondLst>
                                    <p:cond delay="0"/>
                                  </p:stCondLst>
                                  <p:childTnLst>
                                    <p:set>
                                      <p:cBhvr>
                                        <p:cTn id="117" dur="1" fill="hold">
                                          <p:stCondLst>
                                            <p:cond delay="0"/>
                                          </p:stCondLst>
                                        </p:cTn>
                                        <p:tgtEl>
                                          <p:spTgt spid="56"/>
                                        </p:tgtEl>
                                        <p:attrNameLst>
                                          <p:attrName>style.visibility</p:attrName>
                                        </p:attrNameLst>
                                      </p:cBhvr>
                                      <p:to>
                                        <p:strVal val="visible"/>
                                      </p:to>
                                    </p:set>
                                    <p:animEffect transition="in" filter="randombar(horizontal)">
                                      <p:cBhvr>
                                        <p:cTn id="118" dur="500"/>
                                        <p:tgtEl>
                                          <p:spTgt spid="56"/>
                                        </p:tgtEl>
                                      </p:cBhvr>
                                    </p:animEffect>
                                  </p:childTnLst>
                                </p:cTn>
                              </p:par>
                              <p:par>
                                <p:cTn id="119" presetID="14" presetClass="entr" presetSubtype="10" fill="hold" grpId="0" nodeType="with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randombar(horizontal)">
                                      <p:cBhvr>
                                        <p:cTn id="121" dur="500"/>
                                        <p:tgtEl>
                                          <p:spTgt spid="57"/>
                                        </p:tgtEl>
                                      </p:cBhvr>
                                    </p:animEffect>
                                  </p:childTnLst>
                                </p:cTn>
                              </p:par>
                              <p:par>
                                <p:cTn id="122" presetID="14" presetClass="entr" presetSubtype="10" fill="hold" grpId="0" nodeType="withEffect">
                                  <p:stCondLst>
                                    <p:cond delay="0"/>
                                  </p:stCondLst>
                                  <p:childTnLst>
                                    <p:set>
                                      <p:cBhvr>
                                        <p:cTn id="123" dur="1" fill="hold">
                                          <p:stCondLst>
                                            <p:cond delay="0"/>
                                          </p:stCondLst>
                                        </p:cTn>
                                        <p:tgtEl>
                                          <p:spTgt spid="58"/>
                                        </p:tgtEl>
                                        <p:attrNameLst>
                                          <p:attrName>style.visibility</p:attrName>
                                        </p:attrNameLst>
                                      </p:cBhvr>
                                      <p:to>
                                        <p:strVal val="visible"/>
                                      </p:to>
                                    </p:set>
                                    <p:animEffect transition="in" filter="randombar(horizontal)">
                                      <p:cBhvr>
                                        <p:cTn id="124" dur="500"/>
                                        <p:tgtEl>
                                          <p:spTgt spid="58"/>
                                        </p:tgtEl>
                                      </p:cBhvr>
                                    </p:animEffect>
                                  </p:childTnLst>
                                </p:cTn>
                              </p:par>
                              <p:par>
                                <p:cTn id="125" presetID="14" presetClass="entr" presetSubtype="10" fill="hold" grpId="0" nodeType="withEffect">
                                  <p:stCondLst>
                                    <p:cond delay="0"/>
                                  </p:stCondLst>
                                  <p:childTnLst>
                                    <p:set>
                                      <p:cBhvr>
                                        <p:cTn id="126" dur="1" fill="hold">
                                          <p:stCondLst>
                                            <p:cond delay="0"/>
                                          </p:stCondLst>
                                        </p:cTn>
                                        <p:tgtEl>
                                          <p:spTgt spid="59"/>
                                        </p:tgtEl>
                                        <p:attrNameLst>
                                          <p:attrName>style.visibility</p:attrName>
                                        </p:attrNameLst>
                                      </p:cBhvr>
                                      <p:to>
                                        <p:strVal val="visible"/>
                                      </p:to>
                                    </p:set>
                                    <p:animEffect transition="in" filter="randombar(horizontal)">
                                      <p:cBhvr>
                                        <p:cTn id="127" dur="500"/>
                                        <p:tgtEl>
                                          <p:spTgt spid="59"/>
                                        </p:tgtEl>
                                      </p:cBhvr>
                                    </p:animEffect>
                                  </p:childTnLst>
                                </p:cTn>
                              </p:par>
                              <p:par>
                                <p:cTn id="128" presetID="14" presetClass="entr" presetSubtype="10" fill="hold" grpId="0" nodeType="withEffect">
                                  <p:stCondLst>
                                    <p:cond delay="0"/>
                                  </p:stCondLst>
                                  <p:childTnLst>
                                    <p:set>
                                      <p:cBhvr>
                                        <p:cTn id="129" dur="1" fill="hold">
                                          <p:stCondLst>
                                            <p:cond delay="0"/>
                                          </p:stCondLst>
                                        </p:cTn>
                                        <p:tgtEl>
                                          <p:spTgt spid="60"/>
                                        </p:tgtEl>
                                        <p:attrNameLst>
                                          <p:attrName>style.visibility</p:attrName>
                                        </p:attrNameLst>
                                      </p:cBhvr>
                                      <p:to>
                                        <p:strVal val="visible"/>
                                      </p:to>
                                    </p:set>
                                    <p:animEffect transition="in" filter="randombar(horizontal)">
                                      <p:cBhvr>
                                        <p:cTn id="130" dur="500"/>
                                        <p:tgtEl>
                                          <p:spTgt spid="60"/>
                                        </p:tgtEl>
                                      </p:cBhvr>
                                    </p:animEffect>
                                  </p:childTnLst>
                                </p:cTn>
                              </p:par>
                              <p:par>
                                <p:cTn id="131" presetID="14" presetClass="entr" presetSubtype="10" fill="hold" grpId="0" nodeType="withEffect">
                                  <p:stCondLst>
                                    <p:cond delay="0"/>
                                  </p:stCondLst>
                                  <p:childTnLst>
                                    <p:set>
                                      <p:cBhvr>
                                        <p:cTn id="132" dur="1" fill="hold">
                                          <p:stCondLst>
                                            <p:cond delay="0"/>
                                          </p:stCondLst>
                                        </p:cTn>
                                        <p:tgtEl>
                                          <p:spTgt spid="61"/>
                                        </p:tgtEl>
                                        <p:attrNameLst>
                                          <p:attrName>style.visibility</p:attrName>
                                        </p:attrNameLst>
                                      </p:cBhvr>
                                      <p:to>
                                        <p:strVal val="visible"/>
                                      </p:to>
                                    </p:set>
                                    <p:animEffect transition="in" filter="randombar(horizontal)">
                                      <p:cBhvr>
                                        <p:cTn id="133" dur="500"/>
                                        <p:tgtEl>
                                          <p:spTgt spid="61"/>
                                        </p:tgtEl>
                                      </p:cBhvr>
                                    </p:animEffect>
                                  </p:childTnLst>
                                </p:cTn>
                              </p:par>
                              <p:par>
                                <p:cTn id="134" presetID="14" presetClass="entr" presetSubtype="10" fill="hold" grpId="0" nodeType="withEffect">
                                  <p:stCondLst>
                                    <p:cond delay="0"/>
                                  </p:stCondLst>
                                  <p:childTnLst>
                                    <p:set>
                                      <p:cBhvr>
                                        <p:cTn id="135" dur="1" fill="hold">
                                          <p:stCondLst>
                                            <p:cond delay="0"/>
                                          </p:stCondLst>
                                        </p:cTn>
                                        <p:tgtEl>
                                          <p:spTgt spid="62"/>
                                        </p:tgtEl>
                                        <p:attrNameLst>
                                          <p:attrName>style.visibility</p:attrName>
                                        </p:attrNameLst>
                                      </p:cBhvr>
                                      <p:to>
                                        <p:strVal val="visible"/>
                                      </p:to>
                                    </p:set>
                                    <p:animEffect transition="in" filter="randombar(horizontal)">
                                      <p:cBhvr>
                                        <p:cTn id="136" dur="500"/>
                                        <p:tgtEl>
                                          <p:spTgt spid="62"/>
                                        </p:tgtEl>
                                      </p:cBhvr>
                                    </p:animEffect>
                                  </p:childTnLst>
                                </p:cTn>
                              </p:par>
                              <p:par>
                                <p:cTn id="137" presetID="14" presetClass="entr" presetSubtype="10" fill="hold" grpId="0" nodeType="withEffect">
                                  <p:stCondLst>
                                    <p:cond delay="0"/>
                                  </p:stCondLst>
                                  <p:childTnLst>
                                    <p:set>
                                      <p:cBhvr>
                                        <p:cTn id="138" dur="1" fill="hold">
                                          <p:stCondLst>
                                            <p:cond delay="0"/>
                                          </p:stCondLst>
                                        </p:cTn>
                                        <p:tgtEl>
                                          <p:spTgt spid="63"/>
                                        </p:tgtEl>
                                        <p:attrNameLst>
                                          <p:attrName>style.visibility</p:attrName>
                                        </p:attrNameLst>
                                      </p:cBhvr>
                                      <p:to>
                                        <p:strVal val="visible"/>
                                      </p:to>
                                    </p:set>
                                    <p:animEffect transition="in" filter="randombar(horizontal)">
                                      <p:cBhvr>
                                        <p:cTn id="139" dur="500"/>
                                        <p:tgtEl>
                                          <p:spTgt spid="63"/>
                                        </p:tgtEl>
                                      </p:cBhvr>
                                    </p:animEffect>
                                  </p:childTnLst>
                                </p:cTn>
                              </p:par>
                              <p:par>
                                <p:cTn id="140" presetID="14" presetClass="entr" presetSubtype="10" fill="hold" grpId="0" nodeType="withEffect">
                                  <p:stCondLst>
                                    <p:cond delay="0"/>
                                  </p:stCondLst>
                                  <p:childTnLst>
                                    <p:set>
                                      <p:cBhvr>
                                        <p:cTn id="141" dur="1" fill="hold">
                                          <p:stCondLst>
                                            <p:cond delay="0"/>
                                          </p:stCondLst>
                                        </p:cTn>
                                        <p:tgtEl>
                                          <p:spTgt spid="64"/>
                                        </p:tgtEl>
                                        <p:attrNameLst>
                                          <p:attrName>style.visibility</p:attrName>
                                        </p:attrNameLst>
                                      </p:cBhvr>
                                      <p:to>
                                        <p:strVal val="visible"/>
                                      </p:to>
                                    </p:set>
                                    <p:animEffect transition="in" filter="randombar(horizontal)">
                                      <p:cBhvr>
                                        <p:cTn id="142" dur="500"/>
                                        <p:tgtEl>
                                          <p:spTgt spid="64"/>
                                        </p:tgtEl>
                                      </p:cBhvr>
                                    </p:animEffect>
                                  </p:childTnLst>
                                </p:cTn>
                              </p:par>
                              <p:par>
                                <p:cTn id="143" presetID="14" presetClass="entr" presetSubtype="10" fill="hold" grpId="0" nodeType="withEffect">
                                  <p:stCondLst>
                                    <p:cond delay="0"/>
                                  </p:stCondLst>
                                  <p:childTnLst>
                                    <p:set>
                                      <p:cBhvr>
                                        <p:cTn id="144" dur="1" fill="hold">
                                          <p:stCondLst>
                                            <p:cond delay="0"/>
                                          </p:stCondLst>
                                        </p:cTn>
                                        <p:tgtEl>
                                          <p:spTgt spid="65"/>
                                        </p:tgtEl>
                                        <p:attrNameLst>
                                          <p:attrName>style.visibility</p:attrName>
                                        </p:attrNameLst>
                                      </p:cBhvr>
                                      <p:to>
                                        <p:strVal val="visible"/>
                                      </p:to>
                                    </p:set>
                                    <p:animEffect transition="in" filter="randombar(horizontal)">
                                      <p:cBhvr>
                                        <p:cTn id="145" dur="500"/>
                                        <p:tgtEl>
                                          <p:spTgt spid="65"/>
                                        </p:tgtEl>
                                      </p:cBhvr>
                                    </p:animEffect>
                                  </p:childTnLst>
                                </p:cTn>
                              </p:par>
                              <p:par>
                                <p:cTn id="146" presetID="14" presetClass="entr" presetSubtype="10" fill="hold" grpId="0" nodeType="withEffect">
                                  <p:stCondLst>
                                    <p:cond delay="0"/>
                                  </p:stCondLst>
                                  <p:childTnLst>
                                    <p:set>
                                      <p:cBhvr>
                                        <p:cTn id="147" dur="1" fill="hold">
                                          <p:stCondLst>
                                            <p:cond delay="0"/>
                                          </p:stCondLst>
                                        </p:cTn>
                                        <p:tgtEl>
                                          <p:spTgt spid="66"/>
                                        </p:tgtEl>
                                        <p:attrNameLst>
                                          <p:attrName>style.visibility</p:attrName>
                                        </p:attrNameLst>
                                      </p:cBhvr>
                                      <p:to>
                                        <p:strVal val="visible"/>
                                      </p:to>
                                    </p:set>
                                    <p:animEffect transition="in" filter="randombar(horizontal)">
                                      <p:cBhvr>
                                        <p:cTn id="148" dur="500"/>
                                        <p:tgtEl>
                                          <p:spTgt spid="66"/>
                                        </p:tgtEl>
                                      </p:cBhvr>
                                    </p:animEffect>
                                  </p:childTnLst>
                                </p:cTn>
                              </p:par>
                              <p:par>
                                <p:cTn id="149" presetID="14" presetClass="entr" presetSubtype="10" fill="hold" grpId="0" nodeType="withEffect">
                                  <p:stCondLst>
                                    <p:cond delay="0"/>
                                  </p:stCondLst>
                                  <p:childTnLst>
                                    <p:set>
                                      <p:cBhvr>
                                        <p:cTn id="150" dur="1" fill="hold">
                                          <p:stCondLst>
                                            <p:cond delay="0"/>
                                          </p:stCondLst>
                                        </p:cTn>
                                        <p:tgtEl>
                                          <p:spTgt spid="67"/>
                                        </p:tgtEl>
                                        <p:attrNameLst>
                                          <p:attrName>style.visibility</p:attrName>
                                        </p:attrNameLst>
                                      </p:cBhvr>
                                      <p:to>
                                        <p:strVal val="visible"/>
                                      </p:to>
                                    </p:set>
                                    <p:animEffect transition="in" filter="randombar(horizontal)">
                                      <p:cBhvr>
                                        <p:cTn id="151" dur="500"/>
                                        <p:tgtEl>
                                          <p:spTgt spid="67"/>
                                        </p:tgtEl>
                                      </p:cBhvr>
                                    </p:animEffect>
                                  </p:childTnLst>
                                </p:cTn>
                              </p:par>
                              <p:par>
                                <p:cTn id="152" presetID="14" presetClass="entr" presetSubtype="10" fill="hold" grpId="0" nodeType="withEffect">
                                  <p:stCondLst>
                                    <p:cond delay="0"/>
                                  </p:stCondLst>
                                  <p:childTnLst>
                                    <p:set>
                                      <p:cBhvr>
                                        <p:cTn id="153" dur="1" fill="hold">
                                          <p:stCondLst>
                                            <p:cond delay="0"/>
                                          </p:stCondLst>
                                        </p:cTn>
                                        <p:tgtEl>
                                          <p:spTgt spid="68"/>
                                        </p:tgtEl>
                                        <p:attrNameLst>
                                          <p:attrName>style.visibility</p:attrName>
                                        </p:attrNameLst>
                                      </p:cBhvr>
                                      <p:to>
                                        <p:strVal val="visible"/>
                                      </p:to>
                                    </p:set>
                                    <p:animEffect transition="in" filter="randombar(horizontal)">
                                      <p:cBhvr>
                                        <p:cTn id="154" dur="500"/>
                                        <p:tgtEl>
                                          <p:spTgt spid="68"/>
                                        </p:tgtEl>
                                      </p:cBhvr>
                                    </p:animEffect>
                                  </p:childTnLst>
                                </p:cTn>
                              </p:par>
                              <p:par>
                                <p:cTn id="155" presetID="14" presetClass="entr" presetSubtype="10" fill="hold" grpId="0" nodeType="withEffect">
                                  <p:stCondLst>
                                    <p:cond delay="0"/>
                                  </p:stCondLst>
                                  <p:childTnLst>
                                    <p:set>
                                      <p:cBhvr>
                                        <p:cTn id="156" dur="1" fill="hold">
                                          <p:stCondLst>
                                            <p:cond delay="0"/>
                                          </p:stCondLst>
                                        </p:cTn>
                                        <p:tgtEl>
                                          <p:spTgt spid="69"/>
                                        </p:tgtEl>
                                        <p:attrNameLst>
                                          <p:attrName>style.visibility</p:attrName>
                                        </p:attrNameLst>
                                      </p:cBhvr>
                                      <p:to>
                                        <p:strVal val="visible"/>
                                      </p:to>
                                    </p:set>
                                    <p:animEffect transition="in" filter="randombar(horizontal)">
                                      <p:cBhvr>
                                        <p:cTn id="157" dur="500"/>
                                        <p:tgtEl>
                                          <p:spTgt spid="69"/>
                                        </p:tgtEl>
                                      </p:cBhvr>
                                    </p:animEffect>
                                  </p:childTnLst>
                                </p:cTn>
                              </p:par>
                              <p:par>
                                <p:cTn id="158" presetID="14" presetClass="entr" presetSubtype="10" fill="hold" grpId="0" nodeType="withEffect">
                                  <p:stCondLst>
                                    <p:cond delay="0"/>
                                  </p:stCondLst>
                                  <p:childTnLst>
                                    <p:set>
                                      <p:cBhvr>
                                        <p:cTn id="159" dur="1" fill="hold">
                                          <p:stCondLst>
                                            <p:cond delay="0"/>
                                          </p:stCondLst>
                                        </p:cTn>
                                        <p:tgtEl>
                                          <p:spTgt spid="70"/>
                                        </p:tgtEl>
                                        <p:attrNameLst>
                                          <p:attrName>style.visibility</p:attrName>
                                        </p:attrNameLst>
                                      </p:cBhvr>
                                      <p:to>
                                        <p:strVal val="visible"/>
                                      </p:to>
                                    </p:set>
                                    <p:animEffect transition="in" filter="randombar(horizontal)">
                                      <p:cBhvr>
                                        <p:cTn id="160" dur="500"/>
                                        <p:tgtEl>
                                          <p:spTgt spid="70"/>
                                        </p:tgtEl>
                                      </p:cBhvr>
                                    </p:animEffect>
                                  </p:childTnLst>
                                </p:cTn>
                              </p:par>
                              <p:par>
                                <p:cTn id="161" presetID="14" presetClass="entr" presetSubtype="10" fill="hold" grpId="0" nodeType="withEffect">
                                  <p:stCondLst>
                                    <p:cond delay="0"/>
                                  </p:stCondLst>
                                  <p:childTnLst>
                                    <p:set>
                                      <p:cBhvr>
                                        <p:cTn id="162" dur="1" fill="hold">
                                          <p:stCondLst>
                                            <p:cond delay="0"/>
                                          </p:stCondLst>
                                        </p:cTn>
                                        <p:tgtEl>
                                          <p:spTgt spid="71"/>
                                        </p:tgtEl>
                                        <p:attrNameLst>
                                          <p:attrName>style.visibility</p:attrName>
                                        </p:attrNameLst>
                                      </p:cBhvr>
                                      <p:to>
                                        <p:strVal val="visible"/>
                                      </p:to>
                                    </p:set>
                                    <p:animEffect transition="in" filter="randombar(horizontal)">
                                      <p:cBhvr>
                                        <p:cTn id="163" dur="500"/>
                                        <p:tgtEl>
                                          <p:spTgt spid="71"/>
                                        </p:tgtEl>
                                      </p:cBhvr>
                                    </p:animEffect>
                                  </p:childTnLst>
                                </p:cTn>
                              </p:par>
                              <p:par>
                                <p:cTn id="164" presetID="14" presetClass="entr" presetSubtype="10" fill="hold" grpId="0" nodeType="withEffect">
                                  <p:stCondLst>
                                    <p:cond delay="0"/>
                                  </p:stCondLst>
                                  <p:childTnLst>
                                    <p:set>
                                      <p:cBhvr>
                                        <p:cTn id="165" dur="1" fill="hold">
                                          <p:stCondLst>
                                            <p:cond delay="0"/>
                                          </p:stCondLst>
                                        </p:cTn>
                                        <p:tgtEl>
                                          <p:spTgt spid="72"/>
                                        </p:tgtEl>
                                        <p:attrNameLst>
                                          <p:attrName>style.visibility</p:attrName>
                                        </p:attrNameLst>
                                      </p:cBhvr>
                                      <p:to>
                                        <p:strVal val="visible"/>
                                      </p:to>
                                    </p:set>
                                    <p:animEffect transition="in" filter="randombar(horizontal)">
                                      <p:cBhvr>
                                        <p:cTn id="166" dur="500"/>
                                        <p:tgtEl>
                                          <p:spTgt spid="72"/>
                                        </p:tgtEl>
                                      </p:cBhvr>
                                    </p:animEffect>
                                  </p:childTnLst>
                                </p:cTn>
                              </p:par>
                            </p:childTnLst>
                          </p:cTn>
                        </p:par>
                      </p:childTnLst>
                    </p:cTn>
                  </p:par>
                  <p:par>
                    <p:cTn id="167" fill="hold">
                      <p:stCondLst>
                        <p:cond delay="indefinite"/>
                      </p:stCondLst>
                      <p:childTnLst>
                        <p:par>
                          <p:cTn id="168" fill="hold">
                            <p:stCondLst>
                              <p:cond delay="0"/>
                            </p:stCondLst>
                            <p:childTnLst>
                              <p:par>
                                <p:cTn id="169" presetID="42" presetClass="entr" presetSubtype="0" fill="hold" nodeType="clickEffect">
                                  <p:stCondLst>
                                    <p:cond delay="0"/>
                                  </p:stCondLst>
                                  <p:childTnLst>
                                    <p:set>
                                      <p:cBhvr>
                                        <p:cTn id="170" dur="1" fill="hold">
                                          <p:stCondLst>
                                            <p:cond delay="0"/>
                                          </p:stCondLst>
                                        </p:cTn>
                                        <p:tgtEl>
                                          <p:spTgt spid="76"/>
                                        </p:tgtEl>
                                        <p:attrNameLst>
                                          <p:attrName>style.visibility</p:attrName>
                                        </p:attrNameLst>
                                      </p:cBhvr>
                                      <p:to>
                                        <p:strVal val="visible"/>
                                      </p:to>
                                    </p:set>
                                    <p:animEffect transition="in" filter="fade">
                                      <p:cBhvr>
                                        <p:cTn id="171" dur="1000"/>
                                        <p:tgtEl>
                                          <p:spTgt spid="76"/>
                                        </p:tgtEl>
                                      </p:cBhvr>
                                    </p:animEffect>
                                    <p:anim calcmode="lin" valueType="num">
                                      <p:cBhvr>
                                        <p:cTn id="172" dur="1000" fill="hold"/>
                                        <p:tgtEl>
                                          <p:spTgt spid="76"/>
                                        </p:tgtEl>
                                        <p:attrNameLst>
                                          <p:attrName>ppt_x</p:attrName>
                                        </p:attrNameLst>
                                      </p:cBhvr>
                                      <p:tavLst>
                                        <p:tav tm="0">
                                          <p:val>
                                            <p:strVal val="#ppt_x"/>
                                          </p:val>
                                        </p:tav>
                                        <p:tav tm="100000">
                                          <p:val>
                                            <p:strVal val="#ppt_x"/>
                                          </p:val>
                                        </p:tav>
                                      </p:tavLst>
                                    </p:anim>
                                    <p:anim calcmode="lin" valueType="num">
                                      <p:cBhvr>
                                        <p:cTn id="173" dur="1000" fill="hold"/>
                                        <p:tgtEl>
                                          <p:spTgt spid="76"/>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77"/>
                                        </p:tgtEl>
                                        <p:attrNameLst>
                                          <p:attrName>style.visibility</p:attrName>
                                        </p:attrNameLst>
                                      </p:cBhvr>
                                      <p:to>
                                        <p:strVal val="visible"/>
                                      </p:to>
                                    </p:set>
                                    <p:animEffect transition="in" filter="fade">
                                      <p:cBhvr>
                                        <p:cTn id="176" dur="1000"/>
                                        <p:tgtEl>
                                          <p:spTgt spid="77"/>
                                        </p:tgtEl>
                                      </p:cBhvr>
                                    </p:animEffect>
                                    <p:anim calcmode="lin" valueType="num">
                                      <p:cBhvr>
                                        <p:cTn id="177" dur="1000" fill="hold"/>
                                        <p:tgtEl>
                                          <p:spTgt spid="77"/>
                                        </p:tgtEl>
                                        <p:attrNameLst>
                                          <p:attrName>ppt_x</p:attrName>
                                        </p:attrNameLst>
                                      </p:cBhvr>
                                      <p:tavLst>
                                        <p:tav tm="0">
                                          <p:val>
                                            <p:strVal val="#ppt_x"/>
                                          </p:val>
                                        </p:tav>
                                        <p:tav tm="100000">
                                          <p:val>
                                            <p:strVal val="#ppt_x"/>
                                          </p:val>
                                        </p:tav>
                                      </p:tavLst>
                                    </p:anim>
                                    <p:anim calcmode="lin" valueType="num">
                                      <p:cBhvr>
                                        <p:cTn id="178" dur="1000" fill="hold"/>
                                        <p:tgtEl>
                                          <p:spTgt spid="77"/>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78"/>
                                        </p:tgtEl>
                                        <p:attrNameLst>
                                          <p:attrName>style.visibility</p:attrName>
                                        </p:attrNameLst>
                                      </p:cBhvr>
                                      <p:to>
                                        <p:strVal val="visible"/>
                                      </p:to>
                                    </p:set>
                                    <p:animEffect transition="in" filter="fade">
                                      <p:cBhvr>
                                        <p:cTn id="181" dur="1000"/>
                                        <p:tgtEl>
                                          <p:spTgt spid="78"/>
                                        </p:tgtEl>
                                      </p:cBhvr>
                                    </p:animEffect>
                                    <p:anim calcmode="lin" valueType="num">
                                      <p:cBhvr>
                                        <p:cTn id="182" dur="1000" fill="hold"/>
                                        <p:tgtEl>
                                          <p:spTgt spid="78"/>
                                        </p:tgtEl>
                                        <p:attrNameLst>
                                          <p:attrName>ppt_x</p:attrName>
                                        </p:attrNameLst>
                                      </p:cBhvr>
                                      <p:tavLst>
                                        <p:tav tm="0">
                                          <p:val>
                                            <p:strVal val="#ppt_x"/>
                                          </p:val>
                                        </p:tav>
                                        <p:tav tm="100000">
                                          <p:val>
                                            <p:strVal val="#ppt_x"/>
                                          </p:val>
                                        </p:tav>
                                      </p:tavLst>
                                    </p:anim>
                                    <p:anim calcmode="lin" valueType="num">
                                      <p:cBhvr>
                                        <p:cTn id="183" dur="1000" fill="hold"/>
                                        <p:tgtEl>
                                          <p:spTgt spid="78"/>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79"/>
                                        </p:tgtEl>
                                        <p:attrNameLst>
                                          <p:attrName>style.visibility</p:attrName>
                                        </p:attrNameLst>
                                      </p:cBhvr>
                                      <p:to>
                                        <p:strVal val="visible"/>
                                      </p:to>
                                    </p:set>
                                    <p:animEffect transition="in" filter="fade">
                                      <p:cBhvr>
                                        <p:cTn id="186" dur="1000"/>
                                        <p:tgtEl>
                                          <p:spTgt spid="79"/>
                                        </p:tgtEl>
                                      </p:cBhvr>
                                    </p:animEffect>
                                    <p:anim calcmode="lin" valueType="num">
                                      <p:cBhvr>
                                        <p:cTn id="187" dur="1000" fill="hold"/>
                                        <p:tgtEl>
                                          <p:spTgt spid="79"/>
                                        </p:tgtEl>
                                        <p:attrNameLst>
                                          <p:attrName>ppt_x</p:attrName>
                                        </p:attrNameLst>
                                      </p:cBhvr>
                                      <p:tavLst>
                                        <p:tav tm="0">
                                          <p:val>
                                            <p:strVal val="#ppt_x"/>
                                          </p:val>
                                        </p:tav>
                                        <p:tav tm="100000">
                                          <p:val>
                                            <p:strVal val="#ppt_x"/>
                                          </p:val>
                                        </p:tav>
                                      </p:tavLst>
                                    </p:anim>
                                    <p:anim calcmode="lin" valueType="num">
                                      <p:cBhvr>
                                        <p:cTn id="188" dur="1000" fill="hold"/>
                                        <p:tgtEl>
                                          <p:spTgt spid="79"/>
                                        </p:tgtEl>
                                        <p:attrNameLst>
                                          <p:attrName>ppt_y</p:attrName>
                                        </p:attrNameLst>
                                      </p:cBhvr>
                                      <p:tavLst>
                                        <p:tav tm="0">
                                          <p:val>
                                            <p:strVal val="#ppt_y+.1"/>
                                          </p:val>
                                        </p:tav>
                                        <p:tav tm="100000">
                                          <p:val>
                                            <p:strVal val="#ppt_y"/>
                                          </p:val>
                                        </p:tav>
                                      </p:tavLst>
                                    </p:anim>
                                  </p:childTnLst>
                                </p:cTn>
                              </p:par>
                              <p:par>
                                <p:cTn id="189" presetID="42" presetClass="entr" presetSubtype="0" fill="hold" grpId="0" nodeType="withEffect">
                                  <p:stCondLst>
                                    <p:cond delay="0"/>
                                  </p:stCondLst>
                                  <p:childTnLst>
                                    <p:set>
                                      <p:cBhvr>
                                        <p:cTn id="190" dur="1" fill="hold">
                                          <p:stCondLst>
                                            <p:cond delay="0"/>
                                          </p:stCondLst>
                                        </p:cTn>
                                        <p:tgtEl>
                                          <p:spTgt spid="80"/>
                                        </p:tgtEl>
                                        <p:attrNameLst>
                                          <p:attrName>style.visibility</p:attrName>
                                        </p:attrNameLst>
                                      </p:cBhvr>
                                      <p:to>
                                        <p:strVal val="visible"/>
                                      </p:to>
                                    </p:set>
                                    <p:animEffect transition="in" filter="fade">
                                      <p:cBhvr>
                                        <p:cTn id="191" dur="1000"/>
                                        <p:tgtEl>
                                          <p:spTgt spid="80"/>
                                        </p:tgtEl>
                                      </p:cBhvr>
                                    </p:animEffect>
                                    <p:anim calcmode="lin" valueType="num">
                                      <p:cBhvr>
                                        <p:cTn id="192" dur="1000" fill="hold"/>
                                        <p:tgtEl>
                                          <p:spTgt spid="80"/>
                                        </p:tgtEl>
                                        <p:attrNameLst>
                                          <p:attrName>ppt_x</p:attrName>
                                        </p:attrNameLst>
                                      </p:cBhvr>
                                      <p:tavLst>
                                        <p:tav tm="0">
                                          <p:val>
                                            <p:strVal val="#ppt_x"/>
                                          </p:val>
                                        </p:tav>
                                        <p:tav tm="100000">
                                          <p:val>
                                            <p:strVal val="#ppt_x"/>
                                          </p:val>
                                        </p:tav>
                                      </p:tavLst>
                                    </p:anim>
                                    <p:anim calcmode="lin" valueType="num">
                                      <p:cBhvr>
                                        <p:cTn id="193" dur="1000" fill="hold"/>
                                        <p:tgtEl>
                                          <p:spTgt spid="80"/>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81"/>
                                        </p:tgtEl>
                                        <p:attrNameLst>
                                          <p:attrName>style.visibility</p:attrName>
                                        </p:attrNameLst>
                                      </p:cBhvr>
                                      <p:to>
                                        <p:strVal val="visible"/>
                                      </p:to>
                                    </p:set>
                                    <p:animEffect transition="in" filter="fade">
                                      <p:cBhvr>
                                        <p:cTn id="196" dur="1000"/>
                                        <p:tgtEl>
                                          <p:spTgt spid="81"/>
                                        </p:tgtEl>
                                      </p:cBhvr>
                                    </p:animEffect>
                                    <p:anim calcmode="lin" valueType="num">
                                      <p:cBhvr>
                                        <p:cTn id="197" dur="1000" fill="hold"/>
                                        <p:tgtEl>
                                          <p:spTgt spid="81"/>
                                        </p:tgtEl>
                                        <p:attrNameLst>
                                          <p:attrName>ppt_x</p:attrName>
                                        </p:attrNameLst>
                                      </p:cBhvr>
                                      <p:tavLst>
                                        <p:tav tm="0">
                                          <p:val>
                                            <p:strVal val="#ppt_x"/>
                                          </p:val>
                                        </p:tav>
                                        <p:tav tm="100000">
                                          <p:val>
                                            <p:strVal val="#ppt_x"/>
                                          </p:val>
                                        </p:tav>
                                      </p:tavLst>
                                    </p:anim>
                                    <p:anim calcmode="lin" valueType="num">
                                      <p:cBhvr>
                                        <p:cTn id="198" dur="1000" fill="hold"/>
                                        <p:tgtEl>
                                          <p:spTgt spid="81"/>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0"/>
                                  </p:stCondLst>
                                  <p:childTnLst>
                                    <p:set>
                                      <p:cBhvr>
                                        <p:cTn id="200" dur="1" fill="hold">
                                          <p:stCondLst>
                                            <p:cond delay="0"/>
                                          </p:stCondLst>
                                        </p:cTn>
                                        <p:tgtEl>
                                          <p:spTgt spid="82"/>
                                        </p:tgtEl>
                                        <p:attrNameLst>
                                          <p:attrName>style.visibility</p:attrName>
                                        </p:attrNameLst>
                                      </p:cBhvr>
                                      <p:to>
                                        <p:strVal val="visible"/>
                                      </p:to>
                                    </p:set>
                                    <p:animEffect transition="in" filter="fade">
                                      <p:cBhvr>
                                        <p:cTn id="201" dur="1000"/>
                                        <p:tgtEl>
                                          <p:spTgt spid="82"/>
                                        </p:tgtEl>
                                      </p:cBhvr>
                                    </p:animEffect>
                                    <p:anim calcmode="lin" valueType="num">
                                      <p:cBhvr>
                                        <p:cTn id="202" dur="1000" fill="hold"/>
                                        <p:tgtEl>
                                          <p:spTgt spid="82"/>
                                        </p:tgtEl>
                                        <p:attrNameLst>
                                          <p:attrName>ppt_x</p:attrName>
                                        </p:attrNameLst>
                                      </p:cBhvr>
                                      <p:tavLst>
                                        <p:tav tm="0">
                                          <p:val>
                                            <p:strVal val="#ppt_x"/>
                                          </p:val>
                                        </p:tav>
                                        <p:tav tm="100000">
                                          <p:val>
                                            <p:strVal val="#ppt_x"/>
                                          </p:val>
                                        </p:tav>
                                      </p:tavLst>
                                    </p:anim>
                                    <p:anim calcmode="lin" valueType="num">
                                      <p:cBhvr>
                                        <p:cTn id="203" dur="1000" fill="hold"/>
                                        <p:tgtEl>
                                          <p:spTgt spid="82"/>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83"/>
                                        </p:tgtEl>
                                        <p:attrNameLst>
                                          <p:attrName>style.visibility</p:attrName>
                                        </p:attrNameLst>
                                      </p:cBhvr>
                                      <p:to>
                                        <p:strVal val="visible"/>
                                      </p:to>
                                    </p:set>
                                    <p:animEffect transition="in" filter="fade">
                                      <p:cBhvr>
                                        <p:cTn id="206" dur="1000"/>
                                        <p:tgtEl>
                                          <p:spTgt spid="83"/>
                                        </p:tgtEl>
                                      </p:cBhvr>
                                    </p:animEffect>
                                    <p:anim calcmode="lin" valueType="num">
                                      <p:cBhvr>
                                        <p:cTn id="207" dur="1000" fill="hold"/>
                                        <p:tgtEl>
                                          <p:spTgt spid="83"/>
                                        </p:tgtEl>
                                        <p:attrNameLst>
                                          <p:attrName>ppt_x</p:attrName>
                                        </p:attrNameLst>
                                      </p:cBhvr>
                                      <p:tavLst>
                                        <p:tav tm="0">
                                          <p:val>
                                            <p:strVal val="#ppt_x"/>
                                          </p:val>
                                        </p:tav>
                                        <p:tav tm="100000">
                                          <p:val>
                                            <p:strVal val="#ppt_x"/>
                                          </p:val>
                                        </p:tav>
                                      </p:tavLst>
                                    </p:anim>
                                    <p:anim calcmode="lin" valueType="num">
                                      <p:cBhvr>
                                        <p:cTn id="208" dur="1000" fill="hold"/>
                                        <p:tgtEl>
                                          <p:spTgt spid="83"/>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0"/>
                                  </p:stCondLst>
                                  <p:childTnLst>
                                    <p:set>
                                      <p:cBhvr>
                                        <p:cTn id="210" dur="1" fill="hold">
                                          <p:stCondLst>
                                            <p:cond delay="0"/>
                                          </p:stCondLst>
                                        </p:cTn>
                                        <p:tgtEl>
                                          <p:spTgt spid="84"/>
                                        </p:tgtEl>
                                        <p:attrNameLst>
                                          <p:attrName>style.visibility</p:attrName>
                                        </p:attrNameLst>
                                      </p:cBhvr>
                                      <p:to>
                                        <p:strVal val="visible"/>
                                      </p:to>
                                    </p:set>
                                    <p:animEffect transition="in" filter="fade">
                                      <p:cBhvr>
                                        <p:cTn id="211" dur="1000"/>
                                        <p:tgtEl>
                                          <p:spTgt spid="84"/>
                                        </p:tgtEl>
                                      </p:cBhvr>
                                    </p:animEffect>
                                    <p:anim calcmode="lin" valueType="num">
                                      <p:cBhvr>
                                        <p:cTn id="212" dur="1000" fill="hold"/>
                                        <p:tgtEl>
                                          <p:spTgt spid="84"/>
                                        </p:tgtEl>
                                        <p:attrNameLst>
                                          <p:attrName>ppt_x</p:attrName>
                                        </p:attrNameLst>
                                      </p:cBhvr>
                                      <p:tavLst>
                                        <p:tav tm="0">
                                          <p:val>
                                            <p:strVal val="#ppt_x"/>
                                          </p:val>
                                        </p:tav>
                                        <p:tav tm="100000">
                                          <p:val>
                                            <p:strVal val="#ppt_x"/>
                                          </p:val>
                                        </p:tav>
                                      </p:tavLst>
                                    </p:anim>
                                    <p:anim calcmode="lin" valueType="num">
                                      <p:cBhvr>
                                        <p:cTn id="213" dur="1000" fill="hold"/>
                                        <p:tgtEl>
                                          <p:spTgt spid="84"/>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85"/>
                                        </p:tgtEl>
                                        <p:attrNameLst>
                                          <p:attrName>style.visibility</p:attrName>
                                        </p:attrNameLst>
                                      </p:cBhvr>
                                      <p:to>
                                        <p:strVal val="visible"/>
                                      </p:to>
                                    </p:set>
                                    <p:animEffect transition="in" filter="fade">
                                      <p:cBhvr>
                                        <p:cTn id="216" dur="1000"/>
                                        <p:tgtEl>
                                          <p:spTgt spid="85"/>
                                        </p:tgtEl>
                                      </p:cBhvr>
                                    </p:animEffect>
                                    <p:anim calcmode="lin" valueType="num">
                                      <p:cBhvr>
                                        <p:cTn id="217" dur="1000" fill="hold"/>
                                        <p:tgtEl>
                                          <p:spTgt spid="85"/>
                                        </p:tgtEl>
                                        <p:attrNameLst>
                                          <p:attrName>ppt_x</p:attrName>
                                        </p:attrNameLst>
                                      </p:cBhvr>
                                      <p:tavLst>
                                        <p:tav tm="0">
                                          <p:val>
                                            <p:strVal val="#ppt_x"/>
                                          </p:val>
                                        </p:tav>
                                        <p:tav tm="100000">
                                          <p:val>
                                            <p:strVal val="#ppt_x"/>
                                          </p:val>
                                        </p:tav>
                                      </p:tavLst>
                                    </p:anim>
                                    <p:anim calcmode="lin" valueType="num">
                                      <p:cBhvr>
                                        <p:cTn id="218" dur="1000" fill="hold"/>
                                        <p:tgtEl>
                                          <p:spTgt spid="85"/>
                                        </p:tgtEl>
                                        <p:attrNameLst>
                                          <p:attrName>ppt_y</p:attrName>
                                        </p:attrNameLst>
                                      </p:cBhvr>
                                      <p:tavLst>
                                        <p:tav tm="0">
                                          <p:val>
                                            <p:strVal val="#ppt_y+.1"/>
                                          </p:val>
                                        </p:tav>
                                        <p:tav tm="100000">
                                          <p:val>
                                            <p:strVal val="#ppt_y"/>
                                          </p:val>
                                        </p:tav>
                                      </p:tavLst>
                                    </p:anim>
                                  </p:childTnLst>
                                </p:cTn>
                              </p:par>
                              <p:par>
                                <p:cTn id="219" presetID="42" presetClass="entr" presetSubtype="0" fill="hold" grpId="0" nodeType="withEffect">
                                  <p:stCondLst>
                                    <p:cond delay="0"/>
                                  </p:stCondLst>
                                  <p:childTnLst>
                                    <p:set>
                                      <p:cBhvr>
                                        <p:cTn id="220" dur="1" fill="hold">
                                          <p:stCondLst>
                                            <p:cond delay="0"/>
                                          </p:stCondLst>
                                        </p:cTn>
                                        <p:tgtEl>
                                          <p:spTgt spid="86"/>
                                        </p:tgtEl>
                                        <p:attrNameLst>
                                          <p:attrName>style.visibility</p:attrName>
                                        </p:attrNameLst>
                                      </p:cBhvr>
                                      <p:to>
                                        <p:strVal val="visible"/>
                                      </p:to>
                                    </p:set>
                                    <p:animEffect transition="in" filter="fade">
                                      <p:cBhvr>
                                        <p:cTn id="221" dur="1000"/>
                                        <p:tgtEl>
                                          <p:spTgt spid="86"/>
                                        </p:tgtEl>
                                      </p:cBhvr>
                                    </p:animEffect>
                                    <p:anim calcmode="lin" valueType="num">
                                      <p:cBhvr>
                                        <p:cTn id="222" dur="1000" fill="hold"/>
                                        <p:tgtEl>
                                          <p:spTgt spid="86"/>
                                        </p:tgtEl>
                                        <p:attrNameLst>
                                          <p:attrName>ppt_x</p:attrName>
                                        </p:attrNameLst>
                                      </p:cBhvr>
                                      <p:tavLst>
                                        <p:tav tm="0">
                                          <p:val>
                                            <p:strVal val="#ppt_x"/>
                                          </p:val>
                                        </p:tav>
                                        <p:tav tm="100000">
                                          <p:val>
                                            <p:strVal val="#ppt_x"/>
                                          </p:val>
                                        </p:tav>
                                      </p:tavLst>
                                    </p:anim>
                                    <p:anim calcmode="lin" valueType="num">
                                      <p:cBhvr>
                                        <p:cTn id="223" dur="1000" fill="hold"/>
                                        <p:tgtEl>
                                          <p:spTgt spid="86"/>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87"/>
                                        </p:tgtEl>
                                        <p:attrNameLst>
                                          <p:attrName>style.visibility</p:attrName>
                                        </p:attrNameLst>
                                      </p:cBhvr>
                                      <p:to>
                                        <p:strVal val="visible"/>
                                      </p:to>
                                    </p:set>
                                    <p:animEffect transition="in" filter="fade">
                                      <p:cBhvr>
                                        <p:cTn id="226" dur="1000"/>
                                        <p:tgtEl>
                                          <p:spTgt spid="87"/>
                                        </p:tgtEl>
                                      </p:cBhvr>
                                    </p:animEffect>
                                    <p:anim calcmode="lin" valueType="num">
                                      <p:cBhvr>
                                        <p:cTn id="227" dur="1000" fill="hold"/>
                                        <p:tgtEl>
                                          <p:spTgt spid="87"/>
                                        </p:tgtEl>
                                        <p:attrNameLst>
                                          <p:attrName>ppt_x</p:attrName>
                                        </p:attrNameLst>
                                      </p:cBhvr>
                                      <p:tavLst>
                                        <p:tav tm="0">
                                          <p:val>
                                            <p:strVal val="#ppt_x"/>
                                          </p:val>
                                        </p:tav>
                                        <p:tav tm="100000">
                                          <p:val>
                                            <p:strVal val="#ppt_x"/>
                                          </p:val>
                                        </p:tav>
                                      </p:tavLst>
                                    </p:anim>
                                    <p:anim calcmode="lin" valueType="num">
                                      <p:cBhvr>
                                        <p:cTn id="228" dur="1000" fill="hold"/>
                                        <p:tgtEl>
                                          <p:spTgt spid="87"/>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0"/>
                                  </p:stCondLst>
                                  <p:childTnLst>
                                    <p:set>
                                      <p:cBhvr>
                                        <p:cTn id="230" dur="1" fill="hold">
                                          <p:stCondLst>
                                            <p:cond delay="0"/>
                                          </p:stCondLst>
                                        </p:cTn>
                                        <p:tgtEl>
                                          <p:spTgt spid="88"/>
                                        </p:tgtEl>
                                        <p:attrNameLst>
                                          <p:attrName>style.visibility</p:attrName>
                                        </p:attrNameLst>
                                      </p:cBhvr>
                                      <p:to>
                                        <p:strVal val="visible"/>
                                      </p:to>
                                    </p:set>
                                    <p:animEffect transition="in" filter="fade">
                                      <p:cBhvr>
                                        <p:cTn id="231" dur="1000"/>
                                        <p:tgtEl>
                                          <p:spTgt spid="88"/>
                                        </p:tgtEl>
                                      </p:cBhvr>
                                    </p:animEffect>
                                    <p:anim calcmode="lin" valueType="num">
                                      <p:cBhvr>
                                        <p:cTn id="232" dur="1000" fill="hold"/>
                                        <p:tgtEl>
                                          <p:spTgt spid="88"/>
                                        </p:tgtEl>
                                        <p:attrNameLst>
                                          <p:attrName>ppt_x</p:attrName>
                                        </p:attrNameLst>
                                      </p:cBhvr>
                                      <p:tavLst>
                                        <p:tav tm="0">
                                          <p:val>
                                            <p:strVal val="#ppt_x"/>
                                          </p:val>
                                        </p:tav>
                                        <p:tav tm="100000">
                                          <p:val>
                                            <p:strVal val="#ppt_x"/>
                                          </p:val>
                                        </p:tav>
                                      </p:tavLst>
                                    </p:anim>
                                    <p:anim calcmode="lin" valueType="num">
                                      <p:cBhvr>
                                        <p:cTn id="233" dur="1000" fill="hold"/>
                                        <p:tgtEl>
                                          <p:spTgt spid="88"/>
                                        </p:tgtEl>
                                        <p:attrNameLst>
                                          <p:attrName>ppt_y</p:attrName>
                                        </p:attrNameLst>
                                      </p:cBhvr>
                                      <p:tavLst>
                                        <p:tav tm="0">
                                          <p:val>
                                            <p:strVal val="#ppt_y+.1"/>
                                          </p:val>
                                        </p:tav>
                                        <p:tav tm="100000">
                                          <p:val>
                                            <p:strVal val="#ppt_y"/>
                                          </p:val>
                                        </p:tav>
                                      </p:tavLst>
                                    </p:anim>
                                  </p:childTnLst>
                                </p:cTn>
                              </p:par>
                              <p:par>
                                <p:cTn id="234" presetID="42" presetClass="entr" presetSubtype="0" fill="hold" grpId="0" nodeType="withEffect">
                                  <p:stCondLst>
                                    <p:cond delay="0"/>
                                  </p:stCondLst>
                                  <p:childTnLst>
                                    <p:set>
                                      <p:cBhvr>
                                        <p:cTn id="235" dur="1" fill="hold">
                                          <p:stCondLst>
                                            <p:cond delay="0"/>
                                          </p:stCondLst>
                                        </p:cTn>
                                        <p:tgtEl>
                                          <p:spTgt spid="89"/>
                                        </p:tgtEl>
                                        <p:attrNameLst>
                                          <p:attrName>style.visibility</p:attrName>
                                        </p:attrNameLst>
                                      </p:cBhvr>
                                      <p:to>
                                        <p:strVal val="visible"/>
                                      </p:to>
                                    </p:set>
                                    <p:animEffect transition="in" filter="fade">
                                      <p:cBhvr>
                                        <p:cTn id="236" dur="1000"/>
                                        <p:tgtEl>
                                          <p:spTgt spid="89"/>
                                        </p:tgtEl>
                                      </p:cBhvr>
                                    </p:animEffect>
                                    <p:anim calcmode="lin" valueType="num">
                                      <p:cBhvr>
                                        <p:cTn id="237" dur="1000" fill="hold"/>
                                        <p:tgtEl>
                                          <p:spTgt spid="89"/>
                                        </p:tgtEl>
                                        <p:attrNameLst>
                                          <p:attrName>ppt_x</p:attrName>
                                        </p:attrNameLst>
                                      </p:cBhvr>
                                      <p:tavLst>
                                        <p:tav tm="0">
                                          <p:val>
                                            <p:strVal val="#ppt_x"/>
                                          </p:val>
                                        </p:tav>
                                        <p:tav tm="100000">
                                          <p:val>
                                            <p:strVal val="#ppt_x"/>
                                          </p:val>
                                        </p:tav>
                                      </p:tavLst>
                                    </p:anim>
                                    <p:anim calcmode="lin" valueType="num">
                                      <p:cBhvr>
                                        <p:cTn id="238" dur="1000" fill="hold"/>
                                        <p:tgtEl>
                                          <p:spTgt spid="89"/>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0"/>
                                  </p:stCondLst>
                                  <p:childTnLst>
                                    <p:set>
                                      <p:cBhvr>
                                        <p:cTn id="240" dur="1" fill="hold">
                                          <p:stCondLst>
                                            <p:cond delay="0"/>
                                          </p:stCondLst>
                                        </p:cTn>
                                        <p:tgtEl>
                                          <p:spTgt spid="90"/>
                                        </p:tgtEl>
                                        <p:attrNameLst>
                                          <p:attrName>style.visibility</p:attrName>
                                        </p:attrNameLst>
                                      </p:cBhvr>
                                      <p:to>
                                        <p:strVal val="visible"/>
                                      </p:to>
                                    </p:set>
                                    <p:animEffect transition="in" filter="fade">
                                      <p:cBhvr>
                                        <p:cTn id="241" dur="1000"/>
                                        <p:tgtEl>
                                          <p:spTgt spid="90"/>
                                        </p:tgtEl>
                                      </p:cBhvr>
                                    </p:animEffect>
                                    <p:anim calcmode="lin" valueType="num">
                                      <p:cBhvr>
                                        <p:cTn id="242" dur="1000" fill="hold"/>
                                        <p:tgtEl>
                                          <p:spTgt spid="90"/>
                                        </p:tgtEl>
                                        <p:attrNameLst>
                                          <p:attrName>ppt_x</p:attrName>
                                        </p:attrNameLst>
                                      </p:cBhvr>
                                      <p:tavLst>
                                        <p:tav tm="0">
                                          <p:val>
                                            <p:strVal val="#ppt_x"/>
                                          </p:val>
                                        </p:tav>
                                        <p:tav tm="100000">
                                          <p:val>
                                            <p:strVal val="#ppt_x"/>
                                          </p:val>
                                        </p:tav>
                                      </p:tavLst>
                                    </p:anim>
                                    <p:anim calcmode="lin" valueType="num">
                                      <p:cBhvr>
                                        <p:cTn id="243" dur="1000" fill="hold"/>
                                        <p:tgtEl>
                                          <p:spTgt spid="90"/>
                                        </p:tgtEl>
                                        <p:attrNameLst>
                                          <p:attrName>ppt_y</p:attrName>
                                        </p:attrNameLst>
                                      </p:cBhvr>
                                      <p:tavLst>
                                        <p:tav tm="0">
                                          <p:val>
                                            <p:strVal val="#ppt_y+.1"/>
                                          </p:val>
                                        </p:tav>
                                        <p:tav tm="100000">
                                          <p:val>
                                            <p:strVal val="#ppt_y"/>
                                          </p:val>
                                        </p:tav>
                                      </p:tavLst>
                                    </p:anim>
                                  </p:childTnLst>
                                </p:cTn>
                              </p:par>
                              <p:par>
                                <p:cTn id="244" presetID="42" presetClass="entr" presetSubtype="0" fill="hold" grpId="0" nodeType="withEffect">
                                  <p:stCondLst>
                                    <p:cond delay="0"/>
                                  </p:stCondLst>
                                  <p:childTnLst>
                                    <p:set>
                                      <p:cBhvr>
                                        <p:cTn id="245" dur="1" fill="hold">
                                          <p:stCondLst>
                                            <p:cond delay="0"/>
                                          </p:stCondLst>
                                        </p:cTn>
                                        <p:tgtEl>
                                          <p:spTgt spid="91"/>
                                        </p:tgtEl>
                                        <p:attrNameLst>
                                          <p:attrName>style.visibility</p:attrName>
                                        </p:attrNameLst>
                                      </p:cBhvr>
                                      <p:to>
                                        <p:strVal val="visible"/>
                                      </p:to>
                                    </p:set>
                                    <p:animEffect transition="in" filter="fade">
                                      <p:cBhvr>
                                        <p:cTn id="246" dur="1000"/>
                                        <p:tgtEl>
                                          <p:spTgt spid="91"/>
                                        </p:tgtEl>
                                      </p:cBhvr>
                                    </p:animEffect>
                                    <p:anim calcmode="lin" valueType="num">
                                      <p:cBhvr>
                                        <p:cTn id="247" dur="1000" fill="hold"/>
                                        <p:tgtEl>
                                          <p:spTgt spid="91"/>
                                        </p:tgtEl>
                                        <p:attrNameLst>
                                          <p:attrName>ppt_x</p:attrName>
                                        </p:attrNameLst>
                                      </p:cBhvr>
                                      <p:tavLst>
                                        <p:tav tm="0">
                                          <p:val>
                                            <p:strVal val="#ppt_x"/>
                                          </p:val>
                                        </p:tav>
                                        <p:tav tm="100000">
                                          <p:val>
                                            <p:strVal val="#ppt_x"/>
                                          </p:val>
                                        </p:tav>
                                      </p:tavLst>
                                    </p:anim>
                                    <p:anim calcmode="lin" valueType="num">
                                      <p:cBhvr>
                                        <p:cTn id="248"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42" presetClass="entr" presetSubtype="0" fill="hold" grpId="0" nodeType="clickEffect">
                                  <p:stCondLst>
                                    <p:cond delay="0"/>
                                  </p:stCondLst>
                                  <p:childTnLst>
                                    <p:set>
                                      <p:cBhvr>
                                        <p:cTn id="252" dur="1" fill="hold">
                                          <p:stCondLst>
                                            <p:cond delay="0"/>
                                          </p:stCondLst>
                                        </p:cTn>
                                        <p:tgtEl>
                                          <p:spTgt spid="92"/>
                                        </p:tgtEl>
                                        <p:attrNameLst>
                                          <p:attrName>style.visibility</p:attrName>
                                        </p:attrNameLst>
                                      </p:cBhvr>
                                      <p:to>
                                        <p:strVal val="visible"/>
                                      </p:to>
                                    </p:set>
                                    <p:animEffect transition="in" filter="fade">
                                      <p:cBhvr>
                                        <p:cTn id="253" dur="1000"/>
                                        <p:tgtEl>
                                          <p:spTgt spid="92"/>
                                        </p:tgtEl>
                                      </p:cBhvr>
                                    </p:animEffect>
                                    <p:anim calcmode="lin" valueType="num">
                                      <p:cBhvr>
                                        <p:cTn id="254" dur="1000" fill="hold"/>
                                        <p:tgtEl>
                                          <p:spTgt spid="92"/>
                                        </p:tgtEl>
                                        <p:attrNameLst>
                                          <p:attrName>ppt_x</p:attrName>
                                        </p:attrNameLst>
                                      </p:cBhvr>
                                      <p:tavLst>
                                        <p:tav tm="0">
                                          <p:val>
                                            <p:strVal val="#ppt_x"/>
                                          </p:val>
                                        </p:tav>
                                        <p:tav tm="100000">
                                          <p:val>
                                            <p:strVal val="#ppt_x"/>
                                          </p:val>
                                        </p:tav>
                                      </p:tavLst>
                                    </p:anim>
                                    <p:anim calcmode="lin" valueType="num">
                                      <p:cBhvr>
                                        <p:cTn id="255" dur="1000" fill="hold"/>
                                        <p:tgtEl>
                                          <p:spTgt spid="92"/>
                                        </p:tgtEl>
                                        <p:attrNameLst>
                                          <p:attrName>ppt_y</p:attrName>
                                        </p:attrNameLst>
                                      </p:cBhvr>
                                      <p:tavLst>
                                        <p:tav tm="0">
                                          <p:val>
                                            <p:strVal val="#ppt_y+.1"/>
                                          </p:val>
                                        </p:tav>
                                        <p:tav tm="100000">
                                          <p:val>
                                            <p:strVal val="#ppt_y"/>
                                          </p:val>
                                        </p:tav>
                                      </p:tavLst>
                                    </p:anim>
                                  </p:childTnLst>
                                </p:cTn>
                              </p:par>
                              <p:par>
                                <p:cTn id="256" presetID="42" presetClass="entr" presetSubtype="0" fill="hold" grpId="0" nodeType="withEffect">
                                  <p:stCondLst>
                                    <p:cond delay="0"/>
                                  </p:stCondLst>
                                  <p:childTnLst>
                                    <p:set>
                                      <p:cBhvr>
                                        <p:cTn id="257" dur="1" fill="hold">
                                          <p:stCondLst>
                                            <p:cond delay="0"/>
                                          </p:stCondLst>
                                        </p:cTn>
                                        <p:tgtEl>
                                          <p:spTgt spid="93"/>
                                        </p:tgtEl>
                                        <p:attrNameLst>
                                          <p:attrName>style.visibility</p:attrName>
                                        </p:attrNameLst>
                                      </p:cBhvr>
                                      <p:to>
                                        <p:strVal val="visible"/>
                                      </p:to>
                                    </p:set>
                                    <p:animEffect transition="in" filter="fade">
                                      <p:cBhvr>
                                        <p:cTn id="258" dur="1000"/>
                                        <p:tgtEl>
                                          <p:spTgt spid="93"/>
                                        </p:tgtEl>
                                      </p:cBhvr>
                                    </p:animEffect>
                                    <p:anim calcmode="lin" valueType="num">
                                      <p:cBhvr>
                                        <p:cTn id="259" dur="1000" fill="hold"/>
                                        <p:tgtEl>
                                          <p:spTgt spid="93"/>
                                        </p:tgtEl>
                                        <p:attrNameLst>
                                          <p:attrName>ppt_x</p:attrName>
                                        </p:attrNameLst>
                                      </p:cBhvr>
                                      <p:tavLst>
                                        <p:tav tm="0">
                                          <p:val>
                                            <p:strVal val="#ppt_x"/>
                                          </p:val>
                                        </p:tav>
                                        <p:tav tm="100000">
                                          <p:val>
                                            <p:strVal val="#ppt_x"/>
                                          </p:val>
                                        </p:tav>
                                      </p:tavLst>
                                    </p:anim>
                                    <p:anim calcmode="lin" valueType="num">
                                      <p:cBhvr>
                                        <p:cTn id="260" dur="1000" fill="hold"/>
                                        <p:tgtEl>
                                          <p:spTgt spid="93"/>
                                        </p:tgtEl>
                                        <p:attrNameLst>
                                          <p:attrName>ppt_y</p:attrName>
                                        </p:attrNameLst>
                                      </p:cBhvr>
                                      <p:tavLst>
                                        <p:tav tm="0">
                                          <p:val>
                                            <p:strVal val="#ppt_y+.1"/>
                                          </p:val>
                                        </p:tav>
                                        <p:tav tm="100000">
                                          <p:val>
                                            <p:strVal val="#ppt_y"/>
                                          </p:val>
                                        </p:tav>
                                      </p:tavLst>
                                    </p:anim>
                                  </p:childTnLst>
                                </p:cTn>
                              </p:par>
                              <p:par>
                                <p:cTn id="261" presetID="42" presetClass="entr" presetSubtype="0" fill="hold" grpId="0" nodeType="withEffect">
                                  <p:stCondLst>
                                    <p:cond delay="0"/>
                                  </p:stCondLst>
                                  <p:childTnLst>
                                    <p:set>
                                      <p:cBhvr>
                                        <p:cTn id="262" dur="1" fill="hold">
                                          <p:stCondLst>
                                            <p:cond delay="0"/>
                                          </p:stCondLst>
                                        </p:cTn>
                                        <p:tgtEl>
                                          <p:spTgt spid="94"/>
                                        </p:tgtEl>
                                        <p:attrNameLst>
                                          <p:attrName>style.visibility</p:attrName>
                                        </p:attrNameLst>
                                      </p:cBhvr>
                                      <p:to>
                                        <p:strVal val="visible"/>
                                      </p:to>
                                    </p:set>
                                    <p:animEffect transition="in" filter="fade">
                                      <p:cBhvr>
                                        <p:cTn id="263" dur="1000"/>
                                        <p:tgtEl>
                                          <p:spTgt spid="94"/>
                                        </p:tgtEl>
                                      </p:cBhvr>
                                    </p:animEffect>
                                    <p:anim calcmode="lin" valueType="num">
                                      <p:cBhvr>
                                        <p:cTn id="264" dur="1000" fill="hold"/>
                                        <p:tgtEl>
                                          <p:spTgt spid="94"/>
                                        </p:tgtEl>
                                        <p:attrNameLst>
                                          <p:attrName>ppt_x</p:attrName>
                                        </p:attrNameLst>
                                      </p:cBhvr>
                                      <p:tavLst>
                                        <p:tav tm="0">
                                          <p:val>
                                            <p:strVal val="#ppt_x"/>
                                          </p:val>
                                        </p:tav>
                                        <p:tav tm="100000">
                                          <p:val>
                                            <p:strVal val="#ppt_x"/>
                                          </p:val>
                                        </p:tav>
                                      </p:tavLst>
                                    </p:anim>
                                    <p:anim calcmode="lin" valueType="num">
                                      <p:cBhvr>
                                        <p:cTn id="265" dur="1000" fill="hold"/>
                                        <p:tgtEl>
                                          <p:spTgt spid="94"/>
                                        </p:tgtEl>
                                        <p:attrNameLst>
                                          <p:attrName>ppt_y</p:attrName>
                                        </p:attrNameLst>
                                      </p:cBhvr>
                                      <p:tavLst>
                                        <p:tav tm="0">
                                          <p:val>
                                            <p:strVal val="#ppt_y+.1"/>
                                          </p:val>
                                        </p:tav>
                                        <p:tav tm="100000">
                                          <p:val>
                                            <p:strVal val="#ppt_y"/>
                                          </p:val>
                                        </p:tav>
                                      </p:tavLst>
                                    </p:anim>
                                  </p:childTnLst>
                                </p:cTn>
                              </p:par>
                              <p:par>
                                <p:cTn id="266" presetID="42" presetClass="entr" presetSubtype="0" fill="hold" grpId="0" nodeType="withEffect">
                                  <p:stCondLst>
                                    <p:cond delay="0"/>
                                  </p:stCondLst>
                                  <p:childTnLst>
                                    <p:set>
                                      <p:cBhvr>
                                        <p:cTn id="267" dur="1" fill="hold">
                                          <p:stCondLst>
                                            <p:cond delay="0"/>
                                          </p:stCondLst>
                                        </p:cTn>
                                        <p:tgtEl>
                                          <p:spTgt spid="95"/>
                                        </p:tgtEl>
                                        <p:attrNameLst>
                                          <p:attrName>style.visibility</p:attrName>
                                        </p:attrNameLst>
                                      </p:cBhvr>
                                      <p:to>
                                        <p:strVal val="visible"/>
                                      </p:to>
                                    </p:set>
                                    <p:animEffect transition="in" filter="fade">
                                      <p:cBhvr>
                                        <p:cTn id="268" dur="1000"/>
                                        <p:tgtEl>
                                          <p:spTgt spid="95"/>
                                        </p:tgtEl>
                                      </p:cBhvr>
                                    </p:animEffect>
                                    <p:anim calcmode="lin" valueType="num">
                                      <p:cBhvr>
                                        <p:cTn id="269" dur="1000" fill="hold"/>
                                        <p:tgtEl>
                                          <p:spTgt spid="95"/>
                                        </p:tgtEl>
                                        <p:attrNameLst>
                                          <p:attrName>ppt_x</p:attrName>
                                        </p:attrNameLst>
                                      </p:cBhvr>
                                      <p:tavLst>
                                        <p:tav tm="0">
                                          <p:val>
                                            <p:strVal val="#ppt_x"/>
                                          </p:val>
                                        </p:tav>
                                        <p:tav tm="100000">
                                          <p:val>
                                            <p:strVal val="#ppt_x"/>
                                          </p:val>
                                        </p:tav>
                                      </p:tavLst>
                                    </p:anim>
                                    <p:anim calcmode="lin" valueType="num">
                                      <p:cBhvr>
                                        <p:cTn id="270" dur="1000" fill="hold"/>
                                        <p:tgtEl>
                                          <p:spTgt spid="95"/>
                                        </p:tgtEl>
                                        <p:attrNameLst>
                                          <p:attrName>ppt_y</p:attrName>
                                        </p:attrNameLst>
                                      </p:cBhvr>
                                      <p:tavLst>
                                        <p:tav tm="0">
                                          <p:val>
                                            <p:strVal val="#ppt_y+.1"/>
                                          </p:val>
                                        </p:tav>
                                        <p:tav tm="100000">
                                          <p:val>
                                            <p:strVal val="#ppt_y"/>
                                          </p:val>
                                        </p:tav>
                                      </p:tavLst>
                                    </p:anim>
                                  </p:childTnLst>
                                </p:cTn>
                              </p:par>
                              <p:par>
                                <p:cTn id="271" presetID="42" presetClass="entr" presetSubtype="0" fill="hold" grpId="0" nodeType="withEffect">
                                  <p:stCondLst>
                                    <p:cond delay="0"/>
                                  </p:stCondLst>
                                  <p:childTnLst>
                                    <p:set>
                                      <p:cBhvr>
                                        <p:cTn id="272" dur="1" fill="hold">
                                          <p:stCondLst>
                                            <p:cond delay="0"/>
                                          </p:stCondLst>
                                        </p:cTn>
                                        <p:tgtEl>
                                          <p:spTgt spid="96"/>
                                        </p:tgtEl>
                                        <p:attrNameLst>
                                          <p:attrName>style.visibility</p:attrName>
                                        </p:attrNameLst>
                                      </p:cBhvr>
                                      <p:to>
                                        <p:strVal val="visible"/>
                                      </p:to>
                                    </p:set>
                                    <p:animEffect transition="in" filter="fade">
                                      <p:cBhvr>
                                        <p:cTn id="273" dur="1000"/>
                                        <p:tgtEl>
                                          <p:spTgt spid="96"/>
                                        </p:tgtEl>
                                      </p:cBhvr>
                                    </p:animEffect>
                                    <p:anim calcmode="lin" valueType="num">
                                      <p:cBhvr>
                                        <p:cTn id="274" dur="1000" fill="hold"/>
                                        <p:tgtEl>
                                          <p:spTgt spid="96"/>
                                        </p:tgtEl>
                                        <p:attrNameLst>
                                          <p:attrName>ppt_x</p:attrName>
                                        </p:attrNameLst>
                                      </p:cBhvr>
                                      <p:tavLst>
                                        <p:tav tm="0">
                                          <p:val>
                                            <p:strVal val="#ppt_x"/>
                                          </p:val>
                                        </p:tav>
                                        <p:tav tm="100000">
                                          <p:val>
                                            <p:strVal val="#ppt_x"/>
                                          </p:val>
                                        </p:tav>
                                      </p:tavLst>
                                    </p:anim>
                                    <p:anim calcmode="lin" valueType="num">
                                      <p:cBhvr>
                                        <p:cTn id="275" dur="1000" fill="hold"/>
                                        <p:tgtEl>
                                          <p:spTgt spid="96"/>
                                        </p:tgtEl>
                                        <p:attrNameLst>
                                          <p:attrName>ppt_y</p:attrName>
                                        </p:attrNameLst>
                                      </p:cBhvr>
                                      <p:tavLst>
                                        <p:tav tm="0">
                                          <p:val>
                                            <p:strVal val="#ppt_y+.1"/>
                                          </p:val>
                                        </p:tav>
                                        <p:tav tm="100000">
                                          <p:val>
                                            <p:strVal val="#ppt_y"/>
                                          </p:val>
                                        </p:tav>
                                      </p:tavLst>
                                    </p:anim>
                                  </p:childTnLst>
                                </p:cTn>
                              </p:par>
                              <p:par>
                                <p:cTn id="276" presetID="42" presetClass="entr" presetSubtype="0" fill="hold" grpId="0" nodeType="withEffect">
                                  <p:stCondLst>
                                    <p:cond delay="0"/>
                                  </p:stCondLst>
                                  <p:childTnLst>
                                    <p:set>
                                      <p:cBhvr>
                                        <p:cTn id="277" dur="1" fill="hold">
                                          <p:stCondLst>
                                            <p:cond delay="0"/>
                                          </p:stCondLst>
                                        </p:cTn>
                                        <p:tgtEl>
                                          <p:spTgt spid="97"/>
                                        </p:tgtEl>
                                        <p:attrNameLst>
                                          <p:attrName>style.visibility</p:attrName>
                                        </p:attrNameLst>
                                      </p:cBhvr>
                                      <p:to>
                                        <p:strVal val="visible"/>
                                      </p:to>
                                    </p:set>
                                    <p:animEffect transition="in" filter="fade">
                                      <p:cBhvr>
                                        <p:cTn id="278" dur="1000"/>
                                        <p:tgtEl>
                                          <p:spTgt spid="97"/>
                                        </p:tgtEl>
                                      </p:cBhvr>
                                    </p:animEffect>
                                    <p:anim calcmode="lin" valueType="num">
                                      <p:cBhvr>
                                        <p:cTn id="279" dur="1000" fill="hold"/>
                                        <p:tgtEl>
                                          <p:spTgt spid="97"/>
                                        </p:tgtEl>
                                        <p:attrNameLst>
                                          <p:attrName>ppt_x</p:attrName>
                                        </p:attrNameLst>
                                      </p:cBhvr>
                                      <p:tavLst>
                                        <p:tav tm="0">
                                          <p:val>
                                            <p:strVal val="#ppt_x"/>
                                          </p:val>
                                        </p:tav>
                                        <p:tav tm="100000">
                                          <p:val>
                                            <p:strVal val="#ppt_x"/>
                                          </p:val>
                                        </p:tav>
                                      </p:tavLst>
                                    </p:anim>
                                    <p:anim calcmode="lin" valueType="num">
                                      <p:cBhvr>
                                        <p:cTn id="280" dur="1000" fill="hold"/>
                                        <p:tgtEl>
                                          <p:spTgt spid="97"/>
                                        </p:tgtEl>
                                        <p:attrNameLst>
                                          <p:attrName>ppt_y</p:attrName>
                                        </p:attrNameLst>
                                      </p:cBhvr>
                                      <p:tavLst>
                                        <p:tav tm="0">
                                          <p:val>
                                            <p:strVal val="#ppt_y+.1"/>
                                          </p:val>
                                        </p:tav>
                                        <p:tav tm="100000">
                                          <p:val>
                                            <p:strVal val="#ppt_y"/>
                                          </p:val>
                                        </p:tav>
                                      </p:tavLst>
                                    </p:anim>
                                  </p:childTnLst>
                                </p:cTn>
                              </p:par>
                              <p:par>
                                <p:cTn id="281" presetID="42" presetClass="entr" presetSubtype="0" fill="hold" grpId="0" nodeType="withEffect">
                                  <p:stCondLst>
                                    <p:cond delay="0"/>
                                  </p:stCondLst>
                                  <p:childTnLst>
                                    <p:set>
                                      <p:cBhvr>
                                        <p:cTn id="282" dur="1" fill="hold">
                                          <p:stCondLst>
                                            <p:cond delay="0"/>
                                          </p:stCondLst>
                                        </p:cTn>
                                        <p:tgtEl>
                                          <p:spTgt spid="98"/>
                                        </p:tgtEl>
                                        <p:attrNameLst>
                                          <p:attrName>style.visibility</p:attrName>
                                        </p:attrNameLst>
                                      </p:cBhvr>
                                      <p:to>
                                        <p:strVal val="visible"/>
                                      </p:to>
                                    </p:set>
                                    <p:animEffect transition="in" filter="fade">
                                      <p:cBhvr>
                                        <p:cTn id="283" dur="1000"/>
                                        <p:tgtEl>
                                          <p:spTgt spid="98"/>
                                        </p:tgtEl>
                                      </p:cBhvr>
                                    </p:animEffect>
                                    <p:anim calcmode="lin" valueType="num">
                                      <p:cBhvr>
                                        <p:cTn id="284" dur="1000" fill="hold"/>
                                        <p:tgtEl>
                                          <p:spTgt spid="98"/>
                                        </p:tgtEl>
                                        <p:attrNameLst>
                                          <p:attrName>ppt_x</p:attrName>
                                        </p:attrNameLst>
                                      </p:cBhvr>
                                      <p:tavLst>
                                        <p:tav tm="0">
                                          <p:val>
                                            <p:strVal val="#ppt_x"/>
                                          </p:val>
                                        </p:tav>
                                        <p:tav tm="100000">
                                          <p:val>
                                            <p:strVal val="#ppt_x"/>
                                          </p:val>
                                        </p:tav>
                                      </p:tavLst>
                                    </p:anim>
                                    <p:anim calcmode="lin" valueType="num">
                                      <p:cBhvr>
                                        <p:cTn id="285" dur="1000" fill="hold"/>
                                        <p:tgtEl>
                                          <p:spTgt spid="98"/>
                                        </p:tgtEl>
                                        <p:attrNameLst>
                                          <p:attrName>ppt_y</p:attrName>
                                        </p:attrNameLst>
                                      </p:cBhvr>
                                      <p:tavLst>
                                        <p:tav tm="0">
                                          <p:val>
                                            <p:strVal val="#ppt_y+.1"/>
                                          </p:val>
                                        </p:tav>
                                        <p:tav tm="100000">
                                          <p:val>
                                            <p:strVal val="#ppt_y"/>
                                          </p:val>
                                        </p:tav>
                                      </p:tavLst>
                                    </p:anim>
                                  </p:childTnLst>
                                </p:cTn>
                              </p:par>
                              <p:par>
                                <p:cTn id="286" presetID="42" presetClass="entr" presetSubtype="0" fill="hold" grpId="0" nodeType="withEffect">
                                  <p:stCondLst>
                                    <p:cond delay="0"/>
                                  </p:stCondLst>
                                  <p:childTnLst>
                                    <p:set>
                                      <p:cBhvr>
                                        <p:cTn id="287" dur="1" fill="hold">
                                          <p:stCondLst>
                                            <p:cond delay="0"/>
                                          </p:stCondLst>
                                        </p:cTn>
                                        <p:tgtEl>
                                          <p:spTgt spid="99"/>
                                        </p:tgtEl>
                                        <p:attrNameLst>
                                          <p:attrName>style.visibility</p:attrName>
                                        </p:attrNameLst>
                                      </p:cBhvr>
                                      <p:to>
                                        <p:strVal val="visible"/>
                                      </p:to>
                                    </p:set>
                                    <p:animEffect transition="in" filter="fade">
                                      <p:cBhvr>
                                        <p:cTn id="288" dur="1000"/>
                                        <p:tgtEl>
                                          <p:spTgt spid="99"/>
                                        </p:tgtEl>
                                      </p:cBhvr>
                                    </p:animEffect>
                                    <p:anim calcmode="lin" valueType="num">
                                      <p:cBhvr>
                                        <p:cTn id="289" dur="1000" fill="hold"/>
                                        <p:tgtEl>
                                          <p:spTgt spid="99"/>
                                        </p:tgtEl>
                                        <p:attrNameLst>
                                          <p:attrName>ppt_x</p:attrName>
                                        </p:attrNameLst>
                                      </p:cBhvr>
                                      <p:tavLst>
                                        <p:tav tm="0">
                                          <p:val>
                                            <p:strVal val="#ppt_x"/>
                                          </p:val>
                                        </p:tav>
                                        <p:tav tm="100000">
                                          <p:val>
                                            <p:strVal val="#ppt_x"/>
                                          </p:val>
                                        </p:tav>
                                      </p:tavLst>
                                    </p:anim>
                                    <p:anim calcmode="lin" valueType="num">
                                      <p:cBhvr>
                                        <p:cTn id="290" dur="1000" fill="hold"/>
                                        <p:tgtEl>
                                          <p:spTgt spid="99"/>
                                        </p:tgtEl>
                                        <p:attrNameLst>
                                          <p:attrName>ppt_y</p:attrName>
                                        </p:attrNameLst>
                                      </p:cBhvr>
                                      <p:tavLst>
                                        <p:tav tm="0">
                                          <p:val>
                                            <p:strVal val="#ppt_y+.1"/>
                                          </p:val>
                                        </p:tav>
                                        <p:tav tm="100000">
                                          <p:val>
                                            <p:strVal val="#ppt_y"/>
                                          </p:val>
                                        </p:tav>
                                      </p:tavLst>
                                    </p:anim>
                                  </p:childTnLst>
                                </p:cTn>
                              </p:par>
                              <p:par>
                                <p:cTn id="291" presetID="42" presetClass="entr" presetSubtype="0" fill="hold" grpId="0" nodeType="withEffect">
                                  <p:stCondLst>
                                    <p:cond delay="0"/>
                                  </p:stCondLst>
                                  <p:childTnLst>
                                    <p:set>
                                      <p:cBhvr>
                                        <p:cTn id="292" dur="1" fill="hold">
                                          <p:stCondLst>
                                            <p:cond delay="0"/>
                                          </p:stCondLst>
                                        </p:cTn>
                                        <p:tgtEl>
                                          <p:spTgt spid="100"/>
                                        </p:tgtEl>
                                        <p:attrNameLst>
                                          <p:attrName>style.visibility</p:attrName>
                                        </p:attrNameLst>
                                      </p:cBhvr>
                                      <p:to>
                                        <p:strVal val="visible"/>
                                      </p:to>
                                    </p:set>
                                    <p:animEffect transition="in" filter="fade">
                                      <p:cBhvr>
                                        <p:cTn id="293" dur="1000"/>
                                        <p:tgtEl>
                                          <p:spTgt spid="100"/>
                                        </p:tgtEl>
                                      </p:cBhvr>
                                    </p:animEffect>
                                    <p:anim calcmode="lin" valueType="num">
                                      <p:cBhvr>
                                        <p:cTn id="294" dur="1000" fill="hold"/>
                                        <p:tgtEl>
                                          <p:spTgt spid="100"/>
                                        </p:tgtEl>
                                        <p:attrNameLst>
                                          <p:attrName>ppt_x</p:attrName>
                                        </p:attrNameLst>
                                      </p:cBhvr>
                                      <p:tavLst>
                                        <p:tav tm="0">
                                          <p:val>
                                            <p:strVal val="#ppt_x"/>
                                          </p:val>
                                        </p:tav>
                                        <p:tav tm="100000">
                                          <p:val>
                                            <p:strVal val="#ppt_x"/>
                                          </p:val>
                                        </p:tav>
                                      </p:tavLst>
                                    </p:anim>
                                    <p:anim calcmode="lin" valueType="num">
                                      <p:cBhvr>
                                        <p:cTn id="295" dur="1000" fill="hold"/>
                                        <p:tgtEl>
                                          <p:spTgt spid="100"/>
                                        </p:tgtEl>
                                        <p:attrNameLst>
                                          <p:attrName>ppt_y</p:attrName>
                                        </p:attrNameLst>
                                      </p:cBhvr>
                                      <p:tavLst>
                                        <p:tav tm="0">
                                          <p:val>
                                            <p:strVal val="#ppt_y+.1"/>
                                          </p:val>
                                        </p:tav>
                                        <p:tav tm="100000">
                                          <p:val>
                                            <p:strVal val="#ppt_y"/>
                                          </p:val>
                                        </p:tav>
                                      </p:tavLst>
                                    </p:anim>
                                  </p:childTnLst>
                                </p:cTn>
                              </p:par>
                              <p:par>
                                <p:cTn id="296" presetID="42" presetClass="entr" presetSubtype="0" fill="hold" grpId="0" nodeType="withEffect">
                                  <p:stCondLst>
                                    <p:cond delay="0"/>
                                  </p:stCondLst>
                                  <p:childTnLst>
                                    <p:set>
                                      <p:cBhvr>
                                        <p:cTn id="297" dur="1" fill="hold">
                                          <p:stCondLst>
                                            <p:cond delay="0"/>
                                          </p:stCondLst>
                                        </p:cTn>
                                        <p:tgtEl>
                                          <p:spTgt spid="101"/>
                                        </p:tgtEl>
                                        <p:attrNameLst>
                                          <p:attrName>style.visibility</p:attrName>
                                        </p:attrNameLst>
                                      </p:cBhvr>
                                      <p:to>
                                        <p:strVal val="visible"/>
                                      </p:to>
                                    </p:set>
                                    <p:animEffect transition="in" filter="fade">
                                      <p:cBhvr>
                                        <p:cTn id="298" dur="1000"/>
                                        <p:tgtEl>
                                          <p:spTgt spid="101"/>
                                        </p:tgtEl>
                                      </p:cBhvr>
                                    </p:animEffect>
                                    <p:anim calcmode="lin" valueType="num">
                                      <p:cBhvr>
                                        <p:cTn id="299" dur="1000" fill="hold"/>
                                        <p:tgtEl>
                                          <p:spTgt spid="101"/>
                                        </p:tgtEl>
                                        <p:attrNameLst>
                                          <p:attrName>ppt_x</p:attrName>
                                        </p:attrNameLst>
                                      </p:cBhvr>
                                      <p:tavLst>
                                        <p:tav tm="0">
                                          <p:val>
                                            <p:strVal val="#ppt_x"/>
                                          </p:val>
                                        </p:tav>
                                        <p:tav tm="100000">
                                          <p:val>
                                            <p:strVal val="#ppt_x"/>
                                          </p:val>
                                        </p:tav>
                                      </p:tavLst>
                                    </p:anim>
                                    <p:anim calcmode="lin" valueType="num">
                                      <p:cBhvr>
                                        <p:cTn id="300" dur="1000" fill="hold"/>
                                        <p:tgtEl>
                                          <p:spTgt spid="101"/>
                                        </p:tgtEl>
                                        <p:attrNameLst>
                                          <p:attrName>ppt_y</p:attrName>
                                        </p:attrNameLst>
                                      </p:cBhvr>
                                      <p:tavLst>
                                        <p:tav tm="0">
                                          <p:val>
                                            <p:strVal val="#ppt_y+.1"/>
                                          </p:val>
                                        </p:tav>
                                        <p:tav tm="100000">
                                          <p:val>
                                            <p:strVal val="#ppt_y"/>
                                          </p:val>
                                        </p:tav>
                                      </p:tavLst>
                                    </p:anim>
                                  </p:childTnLst>
                                </p:cTn>
                              </p:par>
                              <p:par>
                                <p:cTn id="301" presetID="42" presetClass="entr" presetSubtype="0" fill="hold" grpId="0" nodeType="withEffect">
                                  <p:stCondLst>
                                    <p:cond delay="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1000"/>
                                        <p:tgtEl>
                                          <p:spTgt spid="102"/>
                                        </p:tgtEl>
                                      </p:cBhvr>
                                    </p:animEffect>
                                    <p:anim calcmode="lin" valueType="num">
                                      <p:cBhvr>
                                        <p:cTn id="304" dur="1000" fill="hold"/>
                                        <p:tgtEl>
                                          <p:spTgt spid="102"/>
                                        </p:tgtEl>
                                        <p:attrNameLst>
                                          <p:attrName>ppt_x</p:attrName>
                                        </p:attrNameLst>
                                      </p:cBhvr>
                                      <p:tavLst>
                                        <p:tav tm="0">
                                          <p:val>
                                            <p:strVal val="#ppt_x"/>
                                          </p:val>
                                        </p:tav>
                                        <p:tav tm="100000">
                                          <p:val>
                                            <p:strVal val="#ppt_x"/>
                                          </p:val>
                                        </p:tav>
                                      </p:tavLst>
                                    </p:anim>
                                    <p:anim calcmode="lin" valueType="num">
                                      <p:cBhvr>
                                        <p:cTn id="305" dur="1000" fill="hold"/>
                                        <p:tgtEl>
                                          <p:spTgt spid="102"/>
                                        </p:tgtEl>
                                        <p:attrNameLst>
                                          <p:attrName>ppt_y</p:attrName>
                                        </p:attrNameLst>
                                      </p:cBhvr>
                                      <p:tavLst>
                                        <p:tav tm="0">
                                          <p:val>
                                            <p:strVal val="#ppt_y+.1"/>
                                          </p:val>
                                        </p:tav>
                                        <p:tav tm="100000">
                                          <p:val>
                                            <p:strVal val="#ppt_y"/>
                                          </p:val>
                                        </p:tav>
                                      </p:tavLst>
                                    </p:anim>
                                  </p:childTnLst>
                                </p:cTn>
                              </p:par>
                              <p:par>
                                <p:cTn id="306" presetID="42" presetClass="entr" presetSubtype="0" fill="hold" grpId="0" nodeType="withEffect">
                                  <p:stCondLst>
                                    <p:cond delay="0"/>
                                  </p:stCondLst>
                                  <p:childTnLst>
                                    <p:set>
                                      <p:cBhvr>
                                        <p:cTn id="307" dur="1" fill="hold">
                                          <p:stCondLst>
                                            <p:cond delay="0"/>
                                          </p:stCondLst>
                                        </p:cTn>
                                        <p:tgtEl>
                                          <p:spTgt spid="103"/>
                                        </p:tgtEl>
                                        <p:attrNameLst>
                                          <p:attrName>style.visibility</p:attrName>
                                        </p:attrNameLst>
                                      </p:cBhvr>
                                      <p:to>
                                        <p:strVal val="visible"/>
                                      </p:to>
                                    </p:set>
                                    <p:animEffect transition="in" filter="fade">
                                      <p:cBhvr>
                                        <p:cTn id="308" dur="1000"/>
                                        <p:tgtEl>
                                          <p:spTgt spid="103"/>
                                        </p:tgtEl>
                                      </p:cBhvr>
                                    </p:animEffect>
                                    <p:anim calcmode="lin" valueType="num">
                                      <p:cBhvr>
                                        <p:cTn id="309" dur="1000" fill="hold"/>
                                        <p:tgtEl>
                                          <p:spTgt spid="103"/>
                                        </p:tgtEl>
                                        <p:attrNameLst>
                                          <p:attrName>ppt_x</p:attrName>
                                        </p:attrNameLst>
                                      </p:cBhvr>
                                      <p:tavLst>
                                        <p:tav tm="0">
                                          <p:val>
                                            <p:strVal val="#ppt_x"/>
                                          </p:val>
                                        </p:tav>
                                        <p:tav tm="100000">
                                          <p:val>
                                            <p:strVal val="#ppt_x"/>
                                          </p:val>
                                        </p:tav>
                                      </p:tavLst>
                                    </p:anim>
                                    <p:anim calcmode="lin" valueType="num">
                                      <p:cBhvr>
                                        <p:cTn id="310" dur="1000" fill="hold"/>
                                        <p:tgtEl>
                                          <p:spTgt spid="103"/>
                                        </p:tgtEl>
                                        <p:attrNameLst>
                                          <p:attrName>ppt_y</p:attrName>
                                        </p:attrNameLst>
                                      </p:cBhvr>
                                      <p:tavLst>
                                        <p:tav tm="0">
                                          <p:val>
                                            <p:strVal val="#ppt_y+.1"/>
                                          </p:val>
                                        </p:tav>
                                        <p:tav tm="100000">
                                          <p:val>
                                            <p:strVal val="#ppt_y"/>
                                          </p:val>
                                        </p:tav>
                                      </p:tavLst>
                                    </p:anim>
                                  </p:childTnLst>
                                </p:cTn>
                              </p:par>
                              <p:par>
                                <p:cTn id="311" presetID="42" presetClass="entr" presetSubtype="0" fill="hold" grpId="0" nodeType="withEffect">
                                  <p:stCondLst>
                                    <p:cond delay="0"/>
                                  </p:stCondLst>
                                  <p:childTnLst>
                                    <p:set>
                                      <p:cBhvr>
                                        <p:cTn id="312" dur="1" fill="hold">
                                          <p:stCondLst>
                                            <p:cond delay="0"/>
                                          </p:stCondLst>
                                        </p:cTn>
                                        <p:tgtEl>
                                          <p:spTgt spid="104"/>
                                        </p:tgtEl>
                                        <p:attrNameLst>
                                          <p:attrName>style.visibility</p:attrName>
                                        </p:attrNameLst>
                                      </p:cBhvr>
                                      <p:to>
                                        <p:strVal val="visible"/>
                                      </p:to>
                                    </p:set>
                                    <p:animEffect transition="in" filter="fade">
                                      <p:cBhvr>
                                        <p:cTn id="313" dur="1000"/>
                                        <p:tgtEl>
                                          <p:spTgt spid="104"/>
                                        </p:tgtEl>
                                      </p:cBhvr>
                                    </p:animEffect>
                                    <p:anim calcmode="lin" valueType="num">
                                      <p:cBhvr>
                                        <p:cTn id="314" dur="1000" fill="hold"/>
                                        <p:tgtEl>
                                          <p:spTgt spid="104"/>
                                        </p:tgtEl>
                                        <p:attrNameLst>
                                          <p:attrName>ppt_x</p:attrName>
                                        </p:attrNameLst>
                                      </p:cBhvr>
                                      <p:tavLst>
                                        <p:tav tm="0">
                                          <p:val>
                                            <p:strVal val="#ppt_x"/>
                                          </p:val>
                                        </p:tav>
                                        <p:tav tm="100000">
                                          <p:val>
                                            <p:strVal val="#ppt_x"/>
                                          </p:val>
                                        </p:tav>
                                      </p:tavLst>
                                    </p:anim>
                                    <p:anim calcmode="lin" valueType="num">
                                      <p:cBhvr>
                                        <p:cTn id="315" dur="1000" fill="hold"/>
                                        <p:tgtEl>
                                          <p:spTgt spid="104"/>
                                        </p:tgtEl>
                                        <p:attrNameLst>
                                          <p:attrName>ppt_y</p:attrName>
                                        </p:attrNameLst>
                                      </p:cBhvr>
                                      <p:tavLst>
                                        <p:tav tm="0">
                                          <p:val>
                                            <p:strVal val="#ppt_y+.1"/>
                                          </p:val>
                                        </p:tav>
                                        <p:tav tm="100000">
                                          <p:val>
                                            <p:strVal val="#ppt_y"/>
                                          </p:val>
                                        </p:tav>
                                      </p:tavLst>
                                    </p:anim>
                                  </p:childTnLst>
                                </p:cTn>
                              </p:par>
                              <p:par>
                                <p:cTn id="316" presetID="42" presetClass="entr" presetSubtype="0" fill="hold" grpId="0" nodeType="withEffect">
                                  <p:stCondLst>
                                    <p:cond delay="0"/>
                                  </p:stCondLst>
                                  <p:childTnLst>
                                    <p:set>
                                      <p:cBhvr>
                                        <p:cTn id="317" dur="1" fill="hold">
                                          <p:stCondLst>
                                            <p:cond delay="0"/>
                                          </p:stCondLst>
                                        </p:cTn>
                                        <p:tgtEl>
                                          <p:spTgt spid="105"/>
                                        </p:tgtEl>
                                        <p:attrNameLst>
                                          <p:attrName>style.visibility</p:attrName>
                                        </p:attrNameLst>
                                      </p:cBhvr>
                                      <p:to>
                                        <p:strVal val="visible"/>
                                      </p:to>
                                    </p:set>
                                    <p:animEffect transition="in" filter="fade">
                                      <p:cBhvr>
                                        <p:cTn id="318" dur="1000"/>
                                        <p:tgtEl>
                                          <p:spTgt spid="105"/>
                                        </p:tgtEl>
                                      </p:cBhvr>
                                    </p:animEffect>
                                    <p:anim calcmode="lin" valueType="num">
                                      <p:cBhvr>
                                        <p:cTn id="319" dur="1000" fill="hold"/>
                                        <p:tgtEl>
                                          <p:spTgt spid="105"/>
                                        </p:tgtEl>
                                        <p:attrNameLst>
                                          <p:attrName>ppt_x</p:attrName>
                                        </p:attrNameLst>
                                      </p:cBhvr>
                                      <p:tavLst>
                                        <p:tav tm="0">
                                          <p:val>
                                            <p:strVal val="#ppt_x"/>
                                          </p:val>
                                        </p:tav>
                                        <p:tav tm="100000">
                                          <p:val>
                                            <p:strVal val="#ppt_x"/>
                                          </p:val>
                                        </p:tav>
                                      </p:tavLst>
                                    </p:anim>
                                    <p:anim calcmode="lin" valueType="num">
                                      <p:cBhvr>
                                        <p:cTn id="320" dur="1000" fill="hold"/>
                                        <p:tgtEl>
                                          <p:spTgt spid="105"/>
                                        </p:tgtEl>
                                        <p:attrNameLst>
                                          <p:attrName>ppt_y</p:attrName>
                                        </p:attrNameLst>
                                      </p:cBhvr>
                                      <p:tavLst>
                                        <p:tav tm="0">
                                          <p:val>
                                            <p:strVal val="#ppt_y+.1"/>
                                          </p:val>
                                        </p:tav>
                                        <p:tav tm="100000">
                                          <p:val>
                                            <p:strVal val="#ppt_y"/>
                                          </p:val>
                                        </p:tav>
                                      </p:tavLst>
                                    </p:anim>
                                  </p:childTnLst>
                                </p:cTn>
                              </p:par>
                              <p:par>
                                <p:cTn id="321" presetID="42" presetClass="entr" presetSubtype="0" fill="hold" grpId="0" nodeType="withEffect">
                                  <p:stCondLst>
                                    <p:cond delay="0"/>
                                  </p:stCondLst>
                                  <p:childTnLst>
                                    <p:set>
                                      <p:cBhvr>
                                        <p:cTn id="322" dur="1" fill="hold">
                                          <p:stCondLst>
                                            <p:cond delay="0"/>
                                          </p:stCondLst>
                                        </p:cTn>
                                        <p:tgtEl>
                                          <p:spTgt spid="106"/>
                                        </p:tgtEl>
                                        <p:attrNameLst>
                                          <p:attrName>style.visibility</p:attrName>
                                        </p:attrNameLst>
                                      </p:cBhvr>
                                      <p:to>
                                        <p:strVal val="visible"/>
                                      </p:to>
                                    </p:set>
                                    <p:animEffect transition="in" filter="fade">
                                      <p:cBhvr>
                                        <p:cTn id="323" dur="1000"/>
                                        <p:tgtEl>
                                          <p:spTgt spid="106"/>
                                        </p:tgtEl>
                                      </p:cBhvr>
                                    </p:animEffect>
                                    <p:anim calcmode="lin" valueType="num">
                                      <p:cBhvr>
                                        <p:cTn id="324" dur="1000" fill="hold"/>
                                        <p:tgtEl>
                                          <p:spTgt spid="106"/>
                                        </p:tgtEl>
                                        <p:attrNameLst>
                                          <p:attrName>ppt_x</p:attrName>
                                        </p:attrNameLst>
                                      </p:cBhvr>
                                      <p:tavLst>
                                        <p:tav tm="0">
                                          <p:val>
                                            <p:strVal val="#ppt_x"/>
                                          </p:val>
                                        </p:tav>
                                        <p:tav tm="100000">
                                          <p:val>
                                            <p:strVal val="#ppt_x"/>
                                          </p:val>
                                        </p:tav>
                                      </p:tavLst>
                                    </p:anim>
                                    <p:anim calcmode="lin" valueType="num">
                                      <p:cBhvr>
                                        <p:cTn id="325" dur="1000" fill="hold"/>
                                        <p:tgtEl>
                                          <p:spTgt spid="106"/>
                                        </p:tgtEl>
                                        <p:attrNameLst>
                                          <p:attrName>ppt_y</p:attrName>
                                        </p:attrNameLst>
                                      </p:cBhvr>
                                      <p:tavLst>
                                        <p:tav tm="0">
                                          <p:val>
                                            <p:strVal val="#ppt_y+.1"/>
                                          </p:val>
                                        </p:tav>
                                        <p:tav tm="100000">
                                          <p:val>
                                            <p:strVal val="#ppt_y"/>
                                          </p:val>
                                        </p:tav>
                                      </p:tavLst>
                                    </p:anim>
                                  </p:childTnLst>
                                </p:cTn>
                              </p:par>
                              <p:par>
                                <p:cTn id="326" presetID="42" presetClass="entr" presetSubtype="0" fill="hold" grpId="0" nodeType="withEffect">
                                  <p:stCondLst>
                                    <p:cond delay="0"/>
                                  </p:stCondLst>
                                  <p:childTnLst>
                                    <p:set>
                                      <p:cBhvr>
                                        <p:cTn id="327" dur="1" fill="hold">
                                          <p:stCondLst>
                                            <p:cond delay="0"/>
                                          </p:stCondLst>
                                        </p:cTn>
                                        <p:tgtEl>
                                          <p:spTgt spid="107"/>
                                        </p:tgtEl>
                                        <p:attrNameLst>
                                          <p:attrName>style.visibility</p:attrName>
                                        </p:attrNameLst>
                                      </p:cBhvr>
                                      <p:to>
                                        <p:strVal val="visible"/>
                                      </p:to>
                                    </p:set>
                                    <p:animEffect transition="in" filter="fade">
                                      <p:cBhvr>
                                        <p:cTn id="328" dur="1000"/>
                                        <p:tgtEl>
                                          <p:spTgt spid="107"/>
                                        </p:tgtEl>
                                      </p:cBhvr>
                                    </p:animEffect>
                                    <p:anim calcmode="lin" valueType="num">
                                      <p:cBhvr>
                                        <p:cTn id="329" dur="1000" fill="hold"/>
                                        <p:tgtEl>
                                          <p:spTgt spid="107"/>
                                        </p:tgtEl>
                                        <p:attrNameLst>
                                          <p:attrName>ppt_x</p:attrName>
                                        </p:attrNameLst>
                                      </p:cBhvr>
                                      <p:tavLst>
                                        <p:tav tm="0">
                                          <p:val>
                                            <p:strVal val="#ppt_x"/>
                                          </p:val>
                                        </p:tav>
                                        <p:tav tm="100000">
                                          <p:val>
                                            <p:strVal val="#ppt_x"/>
                                          </p:val>
                                        </p:tav>
                                      </p:tavLst>
                                    </p:anim>
                                    <p:anim calcmode="lin" valueType="num">
                                      <p:cBhvr>
                                        <p:cTn id="330" dur="1000" fill="hold"/>
                                        <p:tgtEl>
                                          <p:spTgt spid="107"/>
                                        </p:tgtEl>
                                        <p:attrNameLst>
                                          <p:attrName>ppt_y</p:attrName>
                                        </p:attrNameLst>
                                      </p:cBhvr>
                                      <p:tavLst>
                                        <p:tav tm="0">
                                          <p:val>
                                            <p:strVal val="#ppt_y+.1"/>
                                          </p:val>
                                        </p:tav>
                                        <p:tav tm="100000">
                                          <p:val>
                                            <p:strVal val="#ppt_y"/>
                                          </p:val>
                                        </p:tav>
                                      </p:tavLst>
                                    </p:anim>
                                  </p:childTnLst>
                                </p:cTn>
                              </p:par>
                              <p:par>
                                <p:cTn id="331" presetID="42" presetClass="entr" presetSubtype="0" fill="hold" grpId="0" nodeType="withEffect">
                                  <p:stCondLst>
                                    <p:cond delay="0"/>
                                  </p:stCondLst>
                                  <p:childTnLst>
                                    <p:set>
                                      <p:cBhvr>
                                        <p:cTn id="332" dur="1" fill="hold">
                                          <p:stCondLst>
                                            <p:cond delay="0"/>
                                          </p:stCondLst>
                                        </p:cTn>
                                        <p:tgtEl>
                                          <p:spTgt spid="108"/>
                                        </p:tgtEl>
                                        <p:attrNameLst>
                                          <p:attrName>style.visibility</p:attrName>
                                        </p:attrNameLst>
                                      </p:cBhvr>
                                      <p:to>
                                        <p:strVal val="visible"/>
                                      </p:to>
                                    </p:set>
                                    <p:animEffect transition="in" filter="fade">
                                      <p:cBhvr>
                                        <p:cTn id="333" dur="1000"/>
                                        <p:tgtEl>
                                          <p:spTgt spid="108"/>
                                        </p:tgtEl>
                                      </p:cBhvr>
                                    </p:animEffect>
                                    <p:anim calcmode="lin" valueType="num">
                                      <p:cBhvr>
                                        <p:cTn id="334" dur="1000" fill="hold"/>
                                        <p:tgtEl>
                                          <p:spTgt spid="108"/>
                                        </p:tgtEl>
                                        <p:attrNameLst>
                                          <p:attrName>ppt_x</p:attrName>
                                        </p:attrNameLst>
                                      </p:cBhvr>
                                      <p:tavLst>
                                        <p:tav tm="0">
                                          <p:val>
                                            <p:strVal val="#ppt_x"/>
                                          </p:val>
                                        </p:tav>
                                        <p:tav tm="100000">
                                          <p:val>
                                            <p:strVal val="#ppt_x"/>
                                          </p:val>
                                        </p:tav>
                                      </p:tavLst>
                                    </p:anim>
                                    <p:anim calcmode="lin" valueType="num">
                                      <p:cBhvr>
                                        <p:cTn id="335" dur="1000" fill="hold"/>
                                        <p:tgtEl>
                                          <p:spTgt spid="108"/>
                                        </p:tgtEl>
                                        <p:attrNameLst>
                                          <p:attrName>ppt_y</p:attrName>
                                        </p:attrNameLst>
                                      </p:cBhvr>
                                      <p:tavLst>
                                        <p:tav tm="0">
                                          <p:val>
                                            <p:strVal val="#ppt_y+.1"/>
                                          </p:val>
                                        </p:tav>
                                        <p:tav tm="100000">
                                          <p:val>
                                            <p:strVal val="#ppt_y"/>
                                          </p:val>
                                        </p:tav>
                                      </p:tavLst>
                                    </p:anim>
                                  </p:childTnLst>
                                </p:cTn>
                              </p:par>
                              <p:par>
                                <p:cTn id="336" presetID="42" presetClass="entr" presetSubtype="0" fill="hold" grpId="0" nodeType="withEffect">
                                  <p:stCondLst>
                                    <p:cond delay="0"/>
                                  </p:stCondLst>
                                  <p:childTnLst>
                                    <p:set>
                                      <p:cBhvr>
                                        <p:cTn id="337" dur="1" fill="hold">
                                          <p:stCondLst>
                                            <p:cond delay="0"/>
                                          </p:stCondLst>
                                        </p:cTn>
                                        <p:tgtEl>
                                          <p:spTgt spid="109"/>
                                        </p:tgtEl>
                                        <p:attrNameLst>
                                          <p:attrName>style.visibility</p:attrName>
                                        </p:attrNameLst>
                                      </p:cBhvr>
                                      <p:to>
                                        <p:strVal val="visible"/>
                                      </p:to>
                                    </p:set>
                                    <p:animEffect transition="in" filter="fade">
                                      <p:cBhvr>
                                        <p:cTn id="338" dur="1000"/>
                                        <p:tgtEl>
                                          <p:spTgt spid="109"/>
                                        </p:tgtEl>
                                      </p:cBhvr>
                                    </p:animEffect>
                                    <p:anim calcmode="lin" valueType="num">
                                      <p:cBhvr>
                                        <p:cTn id="339" dur="1000" fill="hold"/>
                                        <p:tgtEl>
                                          <p:spTgt spid="109"/>
                                        </p:tgtEl>
                                        <p:attrNameLst>
                                          <p:attrName>ppt_x</p:attrName>
                                        </p:attrNameLst>
                                      </p:cBhvr>
                                      <p:tavLst>
                                        <p:tav tm="0">
                                          <p:val>
                                            <p:strVal val="#ppt_x"/>
                                          </p:val>
                                        </p:tav>
                                        <p:tav tm="100000">
                                          <p:val>
                                            <p:strVal val="#ppt_x"/>
                                          </p:val>
                                        </p:tav>
                                      </p:tavLst>
                                    </p:anim>
                                    <p:anim calcmode="lin" valueType="num">
                                      <p:cBhvr>
                                        <p:cTn id="340" dur="1000" fill="hold"/>
                                        <p:tgtEl>
                                          <p:spTgt spid="109"/>
                                        </p:tgtEl>
                                        <p:attrNameLst>
                                          <p:attrName>ppt_y</p:attrName>
                                        </p:attrNameLst>
                                      </p:cBhvr>
                                      <p:tavLst>
                                        <p:tav tm="0">
                                          <p:val>
                                            <p:strVal val="#ppt_y+.1"/>
                                          </p:val>
                                        </p:tav>
                                        <p:tav tm="100000">
                                          <p:val>
                                            <p:strVal val="#ppt_y"/>
                                          </p:val>
                                        </p:tav>
                                      </p:tavLst>
                                    </p:anim>
                                  </p:childTnLst>
                                </p:cTn>
                              </p:par>
                              <p:par>
                                <p:cTn id="341" presetID="42" presetClass="entr" presetSubtype="0" fill="hold" grpId="0" nodeType="withEffect">
                                  <p:stCondLst>
                                    <p:cond delay="0"/>
                                  </p:stCondLst>
                                  <p:childTnLst>
                                    <p:set>
                                      <p:cBhvr>
                                        <p:cTn id="342" dur="1" fill="hold">
                                          <p:stCondLst>
                                            <p:cond delay="0"/>
                                          </p:stCondLst>
                                        </p:cTn>
                                        <p:tgtEl>
                                          <p:spTgt spid="110"/>
                                        </p:tgtEl>
                                        <p:attrNameLst>
                                          <p:attrName>style.visibility</p:attrName>
                                        </p:attrNameLst>
                                      </p:cBhvr>
                                      <p:to>
                                        <p:strVal val="visible"/>
                                      </p:to>
                                    </p:set>
                                    <p:animEffect transition="in" filter="fade">
                                      <p:cBhvr>
                                        <p:cTn id="343" dur="1000"/>
                                        <p:tgtEl>
                                          <p:spTgt spid="110"/>
                                        </p:tgtEl>
                                      </p:cBhvr>
                                    </p:animEffect>
                                    <p:anim calcmode="lin" valueType="num">
                                      <p:cBhvr>
                                        <p:cTn id="344" dur="1000" fill="hold"/>
                                        <p:tgtEl>
                                          <p:spTgt spid="110"/>
                                        </p:tgtEl>
                                        <p:attrNameLst>
                                          <p:attrName>ppt_x</p:attrName>
                                        </p:attrNameLst>
                                      </p:cBhvr>
                                      <p:tavLst>
                                        <p:tav tm="0">
                                          <p:val>
                                            <p:strVal val="#ppt_x"/>
                                          </p:val>
                                        </p:tav>
                                        <p:tav tm="100000">
                                          <p:val>
                                            <p:strVal val="#ppt_x"/>
                                          </p:val>
                                        </p:tav>
                                      </p:tavLst>
                                    </p:anim>
                                    <p:anim calcmode="lin" valueType="num">
                                      <p:cBhvr>
                                        <p:cTn id="345" dur="1000" fill="hold"/>
                                        <p:tgtEl>
                                          <p:spTgt spid="110"/>
                                        </p:tgtEl>
                                        <p:attrNameLst>
                                          <p:attrName>ppt_y</p:attrName>
                                        </p:attrNameLst>
                                      </p:cBhvr>
                                      <p:tavLst>
                                        <p:tav tm="0">
                                          <p:val>
                                            <p:strVal val="#ppt_y+.1"/>
                                          </p:val>
                                        </p:tav>
                                        <p:tav tm="100000">
                                          <p:val>
                                            <p:strVal val="#ppt_y"/>
                                          </p:val>
                                        </p:tav>
                                      </p:tavLst>
                                    </p:anim>
                                  </p:childTnLst>
                                </p:cTn>
                              </p:par>
                              <p:par>
                                <p:cTn id="346" presetID="42" presetClass="entr" presetSubtype="0" fill="hold" grpId="0" nodeType="withEffect">
                                  <p:stCondLst>
                                    <p:cond delay="0"/>
                                  </p:stCondLst>
                                  <p:childTnLst>
                                    <p:set>
                                      <p:cBhvr>
                                        <p:cTn id="347" dur="1" fill="hold">
                                          <p:stCondLst>
                                            <p:cond delay="0"/>
                                          </p:stCondLst>
                                        </p:cTn>
                                        <p:tgtEl>
                                          <p:spTgt spid="111"/>
                                        </p:tgtEl>
                                        <p:attrNameLst>
                                          <p:attrName>style.visibility</p:attrName>
                                        </p:attrNameLst>
                                      </p:cBhvr>
                                      <p:to>
                                        <p:strVal val="visible"/>
                                      </p:to>
                                    </p:set>
                                    <p:animEffect transition="in" filter="fade">
                                      <p:cBhvr>
                                        <p:cTn id="348" dur="1000"/>
                                        <p:tgtEl>
                                          <p:spTgt spid="111"/>
                                        </p:tgtEl>
                                      </p:cBhvr>
                                    </p:animEffect>
                                    <p:anim calcmode="lin" valueType="num">
                                      <p:cBhvr>
                                        <p:cTn id="349" dur="1000" fill="hold"/>
                                        <p:tgtEl>
                                          <p:spTgt spid="111"/>
                                        </p:tgtEl>
                                        <p:attrNameLst>
                                          <p:attrName>ppt_x</p:attrName>
                                        </p:attrNameLst>
                                      </p:cBhvr>
                                      <p:tavLst>
                                        <p:tav tm="0">
                                          <p:val>
                                            <p:strVal val="#ppt_x"/>
                                          </p:val>
                                        </p:tav>
                                        <p:tav tm="100000">
                                          <p:val>
                                            <p:strVal val="#ppt_x"/>
                                          </p:val>
                                        </p:tav>
                                      </p:tavLst>
                                    </p:anim>
                                    <p:anim calcmode="lin" valueType="num">
                                      <p:cBhvr>
                                        <p:cTn id="350" dur="1000" fill="hold"/>
                                        <p:tgtEl>
                                          <p:spTgt spid="111"/>
                                        </p:tgtEl>
                                        <p:attrNameLst>
                                          <p:attrName>ppt_y</p:attrName>
                                        </p:attrNameLst>
                                      </p:cBhvr>
                                      <p:tavLst>
                                        <p:tav tm="0">
                                          <p:val>
                                            <p:strVal val="#ppt_y+.1"/>
                                          </p:val>
                                        </p:tav>
                                        <p:tav tm="100000">
                                          <p:val>
                                            <p:strVal val="#ppt_y"/>
                                          </p:val>
                                        </p:tav>
                                      </p:tavLst>
                                    </p:anim>
                                  </p:childTnLst>
                                </p:cTn>
                              </p:par>
                              <p:par>
                                <p:cTn id="351" presetID="42" presetClass="entr" presetSubtype="0" fill="hold" grpId="0" nodeType="withEffect">
                                  <p:stCondLst>
                                    <p:cond delay="0"/>
                                  </p:stCondLst>
                                  <p:childTnLst>
                                    <p:set>
                                      <p:cBhvr>
                                        <p:cTn id="352" dur="1" fill="hold">
                                          <p:stCondLst>
                                            <p:cond delay="0"/>
                                          </p:stCondLst>
                                        </p:cTn>
                                        <p:tgtEl>
                                          <p:spTgt spid="112"/>
                                        </p:tgtEl>
                                        <p:attrNameLst>
                                          <p:attrName>style.visibility</p:attrName>
                                        </p:attrNameLst>
                                      </p:cBhvr>
                                      <p:to>
                                        <p:strVal val="visible"/>
                                      </p:to>
                                    </p:set>
                                    <p:animEffect transition="in" filter="fade">
                                      <p:cBhvr>
                                        <p:cTn id="353" dur="1000"/>
                                        <p:tgtEl>
                                          <p:spTgt spid="112"/>
                                        </p:tgtEl>
                                      </p:cBhvr>
                                    </p:animEffect>
                                    <p:anim calcmode="lin" valueType="num">
                                      <p:cBhvr>
                                        <p:cTn id="354" dur="1000" fill="hold"/>
                                        <p:tgtEl>
                                          <p:spTgt spid="112"/>
                                        </p:tgtEl>
                                        <p:attrNameLst>
                                          <p:attrName>ppt_x</p:attrName>
                                        </p:attrNameLst>
                                      </p:cBhvr>
                                      <p:tavLst>
                                        <p:tav tm="0">
                                          <p:val>
                                            <p:strVal val="#ppt_x"/>
                                          </p:val>
                                        </p:tav>
                                        <p:tav tm="100000">
                                          <p:val>
                                            <p:strVal val="#ppt_x"/>
                                          </p:val>
                                        </p:tav>
                                      </p:tavLst>
                                    </p:anim>
                                    <p:anim calcmode="lin" valueType="num">
                                      <p:cBhvr>
                                        <p:cTn id="355" dur="1000" fill="hold"/>
                                        <p:tgtEl>
                                          <p:spTgt spid="1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B01A12-9D38-749F-CB4C-7DCA69FE9AD6}"/>
              </a:ext>
            </a:extLst>
          </p:cNvPr>
          <p:cNvSpPr>
            <a:spLocks noGrp="1"/>
          </p:cNvSpPr>
          <p:nvPr>
            <p:ph type="title"/>
          </p:nvPr>
        </p:nvSpPr>
        <p:spPr>
          <a:xfrm>
            <a:off x="838200" y="152689"/>
            <a:ext cx="10515600" cy="1325563"/>
          </a:xfrm>
        </p:spPr>
        <p:txBody>
          <a:bodyPr/>
          <a:lstStyle/>
          <a:p>
            <a:r>
              <a:rPr lang="zh-CN" altLang="en-US" b="1" dirty="0"/>
              <a:t>财务及风险</a:t>
            </a:r>
          </a:p>
        </p:txBody>
      </p:sp>
      <p:sp>
        <p:nvSpPr>
          <p:cNvPr id="5" name="Rounded Rectangle 9">
            <a:extLst>
              <a:ext uri="{FF2B5EF4-FFF2-40B4-BE49-F238E27FC236}">
                <a16:creationId xmlns:a16="http://schemas.microsoft.com/office/drawing/2014/main" id="{FE2289E0-3E63-8B13-2FFA-7EBEF68EE2E1}"/>
              </a:ext>
            </a:extLst>
          </p:cNvPr>
          <p:cNvSpPr/>
          <p:nvPr/>
        </p:nvSpPr>
        <p:spPr>
          <a:xfrm>
            <a:off x="1048512" y="1670276"/>
            <a:ext cx="1261872" cy="292608"/>
          </a:xfrm>
          <a:prstGeom prst="roundRect">
            <a:avLst>
              <a:gd name="adj" fmla="val 25000"/>
            </a:avLst>
          </a:prstGeom>
          <a:solidFill>
            <a:srgbClr val="163458"/>
          </a:solidFill>
          <a:ln w="12700">
            <a:solidFill>
              <a:srgbClr val="16345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Microsoft YaHei"/>
              </a:rPr>
              <a:t>资金使用逻辑</a:t>
            </a:r>
            <a:endParaRPr sz="1100" b="1" dirty="0">
              <a:solidFill>
                <a:srgbClr val="FFFFFF"/>
              </a:solidFill>
              <a:latin typeface="Microsoft YaHei"/>
            </a:endParaRPr>
          </a:p>
        </p:txBody>
      </p:sp>
      <p:sp>
        <p:nvSpPr>
          <p:cNvPr id="6" name="TextBox 10">
            <a:extLst>
              <a:ext uri="{FF2B5EF4-FFF2-40B4-BE49-F238E27FC236}">
                <a16:creationId xmlns:a16="http://schemas.microsoft.com/office/drawing/2014/main" id="{4F8AEDFA-C2E6-3EE3-FDEF-86456730C660}"/>
              </a:ext>
            </a:extLst>
          </p:cNvPr>
          <p:cNvSpPr txBox="1"/>
          <p:nvPr/>
        </p:nvSpPr>
        <p:spPr>
          <a:xfrm>
            <a:off x="1085088" y="2054323"/>
            <a:ext cx="4709160" cy="347472"/>
          </a:xfrm>
          <a:prstGeom prst="rect">
            <a:avLst/>
          </a:prstGeom>
          <a:noFill/>
          <a:ln>
            <a:noFill/>
          </a:ln>
        </p:spPr>
        <p:txBody>
          <a:bodyPr wrap="square" lIns="45720" rIns="45720">
            <a:spAutoFit/>
          </a:bodyPr>
          <a:lstStyle/>
          <a:p>
            <a:pPr algn="l"/>
            <a:r>
              <a:rPr sz="1300" b="1">
                <a:solidFill>
                  <a:srgbClr val="282F37"/>
                </a:solidFill>
                <a:latin typeface="Microsoft YaHei"/>
              </a:rPr>
              <a:t>原则：小额投入、分阶段验证、优先核心模块。</a:t>
            </a:r>
          </a:p>
        </p:txBody>
      </p:sp>
      <p:sp>
        <p:nvSpPr>
          <p:cNvPr id="7" name="TextBox 11">
            <a:extLst>
              <a:ext uri="{FF2B5EF4-FFF2-40B4-BE49-F238E27FC236}">
                <a16:creationId xmlns:a16="http://schemas.microsoft.com/office/drawing/2014/main" id="{3AA030B3-2F19-457F-41B4-621D9B59BF21}"/>
              </a:ext>
            </a:extLst>
          </p:cNvPr>
          <p:cNvSpPr txBox="1"/>
          <p:nvPr/>
        </p:nvSpPr>
        <p:spPr>
          <a:xfrm>
            <a:off x="1085088" y="2401796"/>
            <a:ext cx="4709160" cy="274320"/>
          </a:xfrm>
          <a:prstGeom prst="rect">
            <a:avLst/>
          </a:prstGeom>
          <a:noFill/>
          <a:ln>
            <a:noFill/>
          </a:ln>
        </p:spPr>
        <p:txBody>
          <a:bodyPr wrap="square" lIns="45720" rIns="45720">
            <a:spAutoFit/>
          </a:bodyPr>
          <a:lstStyle/>
          <a:p>
            <a:pPr algn="l"/>
            <a:r>
              <a:rPr sz="1050" b="0">
                <a:solidFill>
                  <a:srgbClr val="616A76"/>
                </a:solidFill>
                <a:latin typeface="Microsoft YaHei"/>
              </a:rPr>
              <a:t>现阶段不做大规模市场投放，资金主要用于把“感知—识别—反馈—求助”闭环跑通。</a:t>
            </a:r>
          </a:p>
        </p:txBody>
      </p:sp>
      <p:sp>
        <p:nvSpPr>
          <p:cNvPr id="8" name="TextBox 12">
            <a:extLst>
              <a:ext uri="{FF2B5EF4-FFF2-40B4-BE49-F238E27FC236}">
                <a16:creationId xmlns:a16="http://schemas.microsoft.com/office/drawing/2014/main" id="{DB5CE27F-77A8-4807-5E51-DCAC59A786BB}"/>
              </a:ext>
            </a:extLst>
          </p:cNvPr>
          <p:cNvSpPr txBox="1"/>
          <p:nvPr/>
        </p:nvSpPr>
        <p:spPr>
          <a:xfrm>
            <a:off x="1121664" y="2913860"/>
            <a:ext cx="1097280" cy="307777"/>
          </a:xfrm>
          <a:prstGeom prst="rect">
            <a:avLst/>
          </a:prstGeom>
          <a:noFill/>
          <a:ln>
            <a:noFill/>
          </a:ln>
        </p:spPr>
        <p:txBody>
          <a:bodyPr wrap="square" lIns="45720" rIns="45720">
            <a:spAutoFit/>
          </a:bodyPr>
          <a:lstStyle/>
          <a:p>
            <a:pPr algn="l"/>
            <a:r>
              <a:rPr sz="1400" b="1">
                <a:solidFill>
                  <a:srgbClr val="163458"/>
                </a:solidFill>
                <a:latin typeface="Microsoft YaHei"/>
              </a:rPr>
              <a:t>硬件模块</a:t>
            </a:r>
          </a:p>
        </p:txBody>
      </p:sp>
      <p:sp>
        <p:nvSpPr>
          <p:cNvPr id="9" name="TextBox 13">
            <a:extLst>
              <a:ext uri="{FF2B5EF4-FFF2-40B4-BE49-F238E27FC236}">
                <a16:creationId xmlns:a16="http://schemas.microsoft.com/office/drawing/2014/main" id="{C245CFF4-A1B4-D8FF-AD17-7C429DDDD2F6}"/>
              </a:ext>
            </a:extLst>
          </p:cNvPr>
          <p:cNvSpPr txBox="1"/>
          <p:nvPr/>
        </p:nvSpPr>
        <p:spPr>
          <a:xfrm>
            <a:off x="2191512" y="2942540"/>
            <a:ext cx="2697480" cy="261610"/>
          </a:xfrm>
          <a:prstGeom prst="rect">
            <a:avLst/>
          </a:prstGeom>
          <a:noFill/>
          <a:ln>
            <a:noFill/>
          </a:ln>
        </p:spPr>
        <p:txBody>
          <a:bodyPr wrap="square" lIns="45720" rIns="45720">
            <a:spAutoFit/>
          </a:bodyPr>
          <a:lstStyle/>
          <a:p>
            <a:pPr algn="l"/>
            <a:r>
              <a:rPr sz="1100" b="0">
                <a:solidFill>
                  <a:srgbClr val="616A76"/>
                </a:solidFill>
                <a:latin typeface="Microsoft YaHei"/>
              </a:rPr>
              <a:t>摄像头 / 距离传感器 / IMU / 震动马达</a:t>
            </a:r>
          </a:p>
        </p:txBody>
      </p:sp>
      <p:sp>
        <p:nvSpPr>
          <p:cNvPr id="10" name="Rectangle 14">
            <a:extLst>
              <a:ext uri="{FF2B5EF4-FFF2-40B4-BE49-F238E27FC236}">
                <a16:creationId xmlns:a16="http://schemas.microsoft.com/office/drawing/2014/main" id="{53946CF5-AC55-BA3C-83AB-87AE0AD2F310}"/>
              </a:ext>
            </a:extLst>
          </p:cNvPr>
          <p:cNvSpPr/>
          <p:nvPr/>
        </p:nvSpPr>
        <p:spPr>
          <a:xfrm>
            <a:off x="4861560" y="2987012"/>
            <a:ext cx="822960" cy="5486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Rectangle 15">
            <a:extLst>
              <a:ext uri="{FF2B5EF4-FFF2-40B4-BE49-F238E27FC236}">
                <a16:creationId xmlns:a16="http://schemas.microsoft.com/office/drawing/2014/main" id="{1F7F6EA2-5AA8-AFA8-244E-445DAD1D0687}"/>
              </a:ext>
            </a:extLst>
          </p:cNvPr>
          <p:cNvSpPr/>
          <p:nvPr/>
        </p:nvSpPr>
        <p:spPr>
          <a:xfrm>
            <a:off x="4861560" y="2987012"/>
            <a:ext cx="822960" cy="54864"/>
          </a:xfrm>
          <a:prstGeom prst="rect">
            <a:avLst/>
          </a:prstGeom>
          <a:solidFill>
            <a:srgbClr val="2E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6">
            <a:extLst>
              <a:ext uri="{FF2B5EF4-FFF2-40B4-BE49-F238E27FC236}">
                <a16:creationId xmlns:a16="http://schemas.microsoft.com/office/drawing/2014/main" id="{207283C7-FDFE-9CB5-2DF1-151C2DA3640F}"/>
              </a:ext>
            </a:extLst>
          </p:cNvPr>
          <p:cNvSpPr txBox="1"/>
          <p:nvPr/>
        </p:nvSpPr>
        <p:spPr>
          <a:xfrm>
            <a:off x="5730241" y="2913860"/>
            <a:ext cx="384048" cy="246221"/>
          </a:xfrm>
          <a:prstGeom prst="rect">
            <a:avLst/>
          </a:prstGeom>
          <a:noFill/>
          <a:ln>
            <a:noFill/>
          </a:ln>
        </p:spPr>
        <p:txBody>
          <a:bodyPr wrap="square" lIns="45720" rIns="45720">
            <a:spAutoFit/>
          </a:bodyPr>
          <a:lstStyle/>
          <a:p>
            <a:pPr algn="r"/>
            <a:r>
              <a:rPr sz="1000" b="0" dirty="0">
                <a:solidFill>
                  <a:srgbClr val="616A76"/>
                </a:solidFill>
                <a:latin typeface="Microsoft YaHei"/>
              </a:rPr>
              <a:t>30%</a:t>
            </a:r>
          </a:p>
        </p:txBody>
      </p:sp>
      <p:sp>
        <p:nvSpPr>
          <p:cNvPr id="13" name="TextBox 17">
            <a:extLst>
              <a:ext uri="{FF2B5EF4-FFF2-40B4-BE49-F238E27FC236}">
                <a16:creationId xmlns:a16="http://schemas.microsoft.com/office/drawing/2014/main" id="{0EE48A0C-49AD-ED00-0B01-3B7D28ADF875}"/>
              </a:ext>
            </a:extLst>
          </p:cNvPr>
          <p:cNvSpPr txBox="1"/>
          <p:nvPr/>
        </p:nvSpPr>
        <p:spPr>
          <a:xfrm>
            <a:off x="1121664" y="3535652"/>
            <a:ext cx="1097280" cy="307777"/>
          </a:xfrm>
          <a:prstGeom prst="rect">
            <a:avLst/>
          </a:prstGeom>
          <a:noFill/>
          <a:ln>
            <a:noFill/>
          </a:ln>
        </p:spPr>
        <p:txBody>
          <a:bodyPr wrap="square" lIns="45720" rIns="45720">
            <a:spAutoFit/>
          </a:bodyPr>
          <a:lstStyle/>
          <a:p>
            <a:pPr algn="l"/>
            <a:r>
              <a:rPr sz="1400" b="1">
                <a:solidFill>
                  <a:srgbClr val="163458"/>
                </a:solidFill>
                <a:latin typeface="Microsoft YaHei"/>
              </a:rPr>
              <a:t>软件与算法</a:t>
            </a:r>
          </a:p>
        </p:txBody>
      </p:sp>
      <p:sp>
        <p:nvSpPr>
          <p:cNvPr id="14" name="TextBox 18">
            <a:extLst>
              <a:ext uri="{FF2B5EF4-FFF2-40B4-BE49-F238E27FC236}">
                <a16:creationId xmlns:a16="http://schemas.microsoft.com/office/drawing/2014/main" id="{95D9592D-8B44-7004-4EA1-D7D3D88116B5}"/>
              </a:ext>
            </a:extLst>
          </p:cNvPr>
          <p:cNvSpPr txBox="1"/>
          <p:nvPr/>
        </p:nvSpPr>
        <p:spPr>
          <a:xfrm>
            <a:off x="2191512" y="3572895"/>
            <a:ext cx="2697480" cy="261610"/>
          </a:xfrm>
          <a:prstGeom prst="rect">
            <a:avLst/>
          </a:prstGeom>
          <a:noFill/>
          <a:ln>
            <a:noFill/>
          </a:ln>
        </p:spPr>
        <p:txBody>
          <a:bodyPr wrap="square" lIns="45720" rIns="45720">
            <a:spAutoFit/>
          </a:bodyPr>
          <a:lstStyle/>
          <a:p>
            <a:pPr algn="l"/>
            <a:r>
              <a:rPr sz="1100" b="0">
                <a:solidFill>
                  <a:srgbClr val="616A76"/>
                </a:solidFill>
                <a:latin typeface="Microsoft YaHei"/>
              </a:rPr>
              <a:t>目标检测 / 风险判断 / App 原型</a:t>
            </a:r>
          </a:p>
        </p:txBody>
      </p:sp>
      <p:sp>
        <p:nvSpPr>
          <p:cNvPr id="15" name="Rectangle 19">
            <a:extLst>
              <a:ext uri="{FF2B5EF4-FFF2-40B4-BE49-F238E27FC236}">
                <a16:creationId xmlns:a16="http://schemas.microsoft.com/office/drawing/2014/main" id="{6DAE38CB-EF4A-2C12-42F2-8F89B04EA2F8}"/>
              </a:ext>
            </a:extLst>
          </p:cNvPr>
          <p:cNvSpPr/>
          <p:nvPr/>
        </p:nvSpPr>
        <p:spPr>
          <a:xfrm>
            <a:off x="4861560" y="3608804"/>
            <a:ext cx="822960" cy="5486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Rectangle 20">
            <a:extLst>
              <a:ext uri="{FF2B5EF4-FFF2-40B4-BE49-F238E27FC236}">
                <a16:creationId xmlns:a16="http://schemas.microsoft.com/office/drawing/2014/main" id="{AD899443-80B7-D067-093A-8A35EC5DB33F}"/>
              </a:ext>
            </a:extLst>
          </p:cNvPr>
          <p:cNvSpPr/>
          <p:nvPr/>
        </p:nvSpPr>
        <p:spPr>
          <a:xfrm>
            <a:off x="4861560" y="3608804"/>
            <a:ext cx="685800" cy="54864"/>
          </a:xfrm>
          <a:prstGeom prst="rect">
            <a:avLst/>
          </a:prstGeom>
          <a:solidFill>
            <a:srgbClr val="2E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21">
            <a:extLst>
              <a:ext uri="{FF2B5EF4-FFF2-40B4-BE49-F238E27FC236}">
                <a16:creationId xmlns:a16="http://schemas.microsoft.com/office/drawing/2014/main" id="{7016C58E-234F-7192-B4E4-8ED923907D57}"/>
              </a:ext>
            </a:extLst>
          </p:cNvPr>
          <p:cNvSpPr txBox="1"/>
          <p:nvPr/>
        </p:nvSpPr>
        <p:spPr>
          <a:xfrm>
            <a:off x="5711951" y="3526508"/>
            <a:ext cx="406907" cy="255365"/>
          </a:xfrm>
          <a:prstGeom prst="rect">
            <a:avLst/>
          </a:prstGeom>
          <a:noFill/>
          <a:ln>
            <a:noFill/>
          </a:ln>
        </p:spPr>
        <p:txBody>
          <a:bodyPr wrap="square" lIns="45720" rIns="45720">
            <a:spAutoFit/>
          </a:bodyPr>
          <a:lstStyle/>
          <a:p>
            <a:pPr algn="r"/>
            <a:r>
              <a:rPr sz="1000" b="0">
                <a:solidFill>
                  <a:srgbClr val="616A76"/>
                </a:solidFill>
                <a:latin typeface="Microsoft YaHei"/>
              </a:rPr>
              <a:t>25%</a:t>
            </a:r>
          </a:p>
        </p:txBody>
      </p:sp>
      <p:sp>
        <p:nvSpPr>
          <p:cNvPr id="18" name="TextBox 22">
            <a:extLst>
              <a:ext uri="{FF2B5EF4-FFF2-40B4-BE49-F238E27FC236}">
                <a16:creationId xmlns:a16="http://schemas.microsoft.com/office/drawing/2014/main" id="{5B71905C-5472-EA6A-AF34-FCB072FE4979}"/>
              </a:ext>
            </a:extLst>
          </p:cNvPr>
          <p:cNvSpPr txBox="1"/>
          <p:nvPr/>
        </p:nvSpPr>
        <p:spPr>
          <a:xfrm>
            <a:off x="1121664" y="4157444"/>
            <a:ext cx="1097280" cy="307777"/>
          </a:xfrm>
          <a:prstGeom prst="rect">
            <a:avLst/>
          </a:prstGeom>
          <a:noFill/>
          <a:ln>
            <a:noFill/>
          </a:ln>
        </p:spPr>
        <p:txBody>
          <a:bodyPr wrap="square" lIns="45720" rIns="45720">
            <a:spAutoFit/>
          </a:bodyPr>
          <a:lstStyle/>
          <a:p>
            <a:pPr algn="l"/>
            <a:r>
              <a:rPr sz="1400" b="1">
                <a:solidFill>
                  <a:srgbClr val="163458"/>
                </a:solidFill>
                <a:latin typeface="Microsoft YaHei"/>
              </a:rPr>
              <a:t>样机与测试</a:t>
            </a:r>
          </a:p>
        </p:txBody>
      </p:sp>
      <p:sp>
        <p:nvSpPr>
          <p:cNvPr id="19" name="TextBox 23">
            <a:extLst>
              <a:ext uri="{FF2B5EF4-FFF2-40B4-BE49-F238E27FC236}">
                <a16:creationId xmlns:a16="http://schemas.microsoft.com/office/drawing/2014/main" id="{5369A208-3D7E-A138-2902-C4F20F818A27}"/>
              </a:ext>
            </a:extLst>
          </p:cNvPr>
          <p:cNvSpPr txBox="1"/>
          <p:nvPr/>
        </p:nvSpPr>
        <p:spPr>
          <a:xfrm>
            <a:off x="2246376" y="4139156"/>
            <a:ext cx="2697480" cy="261610"/>
          </a:xfrm>
          <a:prstGeom prst="rect">
            <a:avLst/>
          </a:prstGeom>
          <a:noFill/>
          <a:ln>
            <a:noFill/>
          </a:ln>
        </p:spPr>
        <p:txBody>
          <a:bodyPr wrap="square" lIns="45720" rIns="45720">
            <a:spAutoFit/>
          </a:bodyPr>
          <a:lstStyle/>
          <a:p>
            <a:pPr algn="l"/>
            <a:r>
              <a:rPr sz="1100" b="0" dirty="0" err="1">
                <a:solidFill>
                  <a:srgbClr val="616A76"/>
                </a:solidFill>
                <a:latin typeface="Microsoft YaHei"/>
              </a:rPr>
              <a:t>佩戴结构</a:t>
            </a:r>
            <a:r>
              <a:rPr sz="1100" b="0" dirty="0">
                <a:solidFill>
                  <a:srgbClr val="616A76"/>
                </a:solidFill>
                <a:latin typeface="Microsoft YaHei"/>
              </a:rPr>
              <a:t> / </a:t>
            </a:r>
            <a:r>
              <a:rPr sz="1100" b="0" dirty="0" err="1">
                <a:solidFill>
                  <a:srgbClr val="616A76"/>
                </a:solidFill>
                <a:latin typeface="Microsoft YaHei"/>
              </a:rPr>
              <a:t>系统联调</a:t>
            </a:r>
            <a:r>
              <a:rPr sz="1100" b="0" dirty="0">
                <a:solidFill>
                  <a:srgbClr val="616A76"/>
                </a:solidFill>
                <a:latin typeface="Microsoft YaHei"/>
              </a:rPr>
              <a:t> / </a:t>
            </a:r>
            <a:r>
              <a:rPr sz="1100" b="0" dirty="0" err="1">
                <a:solidFill>
                  <a:srgbClr val="616A76"/>
                </a:solidFill>
                <a:latin typeface="Microsoft YaHei"/>
              </a:rPr>
              <a:t>场景测试</a:t>
            </a:r>
            <a:endParaRPr sz="1100" b="0" dirty="0">
              <a:solidFill>
                <a:srgbClr val="616A76"/>
              </a:solidFill>
              <a:latin typeface="Microsoft YaHei"/>
            </a:endParaRPr>
          </a:p>
        </p:txBody>
      </p:sp>
      <p:sp>
        <p:nvSpPr>
          <p:cNvPr id="20" name="Rectangle 24">
            <a:extLst>
              <a:ext uri="{FF2B5EF4-FFF2-40B4-BE49-F238E27FC236}">
                <a16:creationId xmlns:a16="http://schemas.microsoft.com/office/drawing/2014/main" id="{56EA22BA-D01A-D73E-0C9A-F02FDD587650}"/>
              </a:ext>
            </a:extLst>
          </p:cNvPr>
          <p:cNvSpPr/>
          <p:nvPr/>
        </p:nvSpPr>
        <p:spPr>
          <a:xfrm>
            <a:off x="4861560" y="4230596"/>
            <a:ext cx="822960" cy="5486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5">
            <a:extLst>
              <a:ext uri="{FF2B5EF4-FFF2-40B4-BE49-F238E27FC236}">
                <a16:creationId xmlns:a16="http://schemas.microsoft.com/office/drawing/2014/main" id="{5C17648C-E2F9-5F7C-9323-84F1ADF4AEF4}"/>
              </a:ext>
            </a:extLst>
          </p:cNvPr>
          <p:cNvSpPr/>
          <p:nvPr/>
        </p:nvSpPr>
        <p:spPr>
          <a:xfrm>
            <a:off x="4861560" y="4230596"/>
            <a:ext cx="685800" cy="54864"/>
          </a:xfrm>
          <a:prstGeom prst="rect">
            <a:avLst/>
          </a:prstGeom>
          <a:solidFill>
            <a:srgbClr val="2E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6">
            <a:extLst>
              <a:ext uri="{FF2B5EF4-FFF2-40B4-BE49-F238E27FC236}">
                <a16:creationId xmlns:a16="http://schemas.microsoft.com/office/drawing/2014/main" id="{E46EECA5-33A8-851A-4BEE-39D2D4C266D9}"/>
              </a:ext>
            </a:extLst>
          </p:cNvPr>
          <p:cNvSpPr txBox="1"/>
          <p:nvPr/>
        </p:nvSpPr>
        <p:spPr>
          <a:xfrm>
            <a:off x="5734810" y="4139156"/>
            <a:ext cx="384048" cy="246221"/>
          </a:xfrm>
          <a:prstGeom prst="rect">
            <a:avLst/>
          </a:prstGeom>
          <a:noFill/>
          <a:ln>
            <a:noFill/>
          </a:ln>
        </p:spPr>
        <p:txBody>
          <a:bodyPr wrap="square" lIns="45720" rIns="45720">
            <a:spAutoFit/>
          </a:bodyPr>
          <a:lstStyle/>
          <a:p>
            <a:pPr algn="r"/>
            <a:r>
              <a:rPr sz="1000" b="0">
                <a:solidFill>
                  <a:srgbClr val="616A76"/>
                </a:solidFill>
                <a:latin typeface="Microsoft YaHei"/>
              </a:rPr>
              <a:t>25%</a:t>
            </a:r>
          </a:p>
        </p:txBody>
      </p:sp>
      <p:sp>
        <p:nvSpPr>
          <p:cNvPr id="23" name="TextBox 27">
            <a:extLst>
              <a:ext uri="{FF2B5EF4-FFF2-40B4-BE49-F238E27FC236}">
                <a16:creationId xmlns:a16="http://schemas.microsoft.com/office/drawing/2014/main" id="{693538E7-A209-5351-7654-B8AD9AFF7290}"/>
              </a:ext>
            </a:extLst>
          </p:cNvPr>
          <p:cNvSpPr txBox="1"/>
          <p:nvPr/>
        </p:nvSpPr>
        <p:spPr>
          <a:xfrm>
            <a:off x="1121664" y="4779236"/>
            <a:ext cx="1097280" cy="307777"/>
          </a:xfrm>
          <a:prstGeom prst="rect">
            <a:avLst/>
          </a:prstGeom>
          <a:noFill/>
          <a:ln>
            <a:noFill/>
          </a:ln>
        </p:spPr>
        <p:txBody>
          <a:bodyPr wrap="square" lIns="45720" rIns="45720">
            <a:spAutoFit/>
          </a:bodyPr>
          <a:lstStyle/>
          <a:p>
            <a:pPr algn="l"/>
            <a:r>
              <a:rPr sz="1400" b="1">
                <a:solidFill>
                  <a:srgbClr val="163458"/>
                </a:solidFill>
                <a:latin typeface="Microsoft YaHei"/>
              </a:rPr>
              <a:t>成果沉淀</a:t>
            </a:r>
          </a:p>
        </p:txBody>
      </p:sp>
      <p:sp>
        <p:nvSpPr>
          <p:cNvPr id="24" name="TextBox 28">
            <a:extLst>
              <a:ext uri="{FF2B5EF4-FFF2-40B4-BE49-F238E27FC236}">
                <a16:creationId xmlns:a16="http://schemas.microsoft.com/office/drawing/2014/main" id="{02F91356-9025-B86B-7DEE-7A6E7B732D7E}"/>
              </a:ext>
            </a:extLst>
          </p:cNvPr>
          <p:cNvSpPr txBox="1"/>
          <p:nvPr/>
        </p:nvSpPr>
        <p:spPr>
          <a:xfrm>
            <a:off x="2191512" y="4788380"/>
            <a:ext cx="2697480" cy="261610"/>
          </a:xfrm>
          <a:prstGeom prst="rect">
            <a:avLst/>
          </a:prstGeom>
          <a:noFill/>
          <a:ln>
            <a:noFill/>
          </a:ln>
        </p:spPr>
        <p:txBody>
          <a:bodyPr wrap="square" lIns="45720" rIns="45720">
            <a:spAutoFit/>
          </a:bodyPr>
          <a:lstStyle/>
          <a:p>
            <a:pPr algn="l"/>
            <a:r>
              <a:rPr sz="1100" b="0" dirty="0" err="1">
                <a:solidFill>
                  <a:srgbClr val="616A76"/>
                </a:solidFill>
                <a:latin typeface="Microsoft YaHei"/>
              </a:rPr>
              <a:t>软著专利</a:t>
            </a:r>
            <a:r>
              <a:rPr sz="1100" b="0" dirty="0">
                <a:solidFill>
                  <a:srgbClr val="616A76"/>
                </a:solidFill>
                <a:latin typeface="Microsoft YaHei"/>
              </a:rPr>
              <a:t> / </a:t>
            </a:r>
            <a:r>
              <a:rPr sz="1100" b="0" dirty="0" err="1">
                <a:solidFill>
                  <a:srgbClr val="616A76"/>
                </a:solidFill>
                <a:latin typeface="Microsoft YaHei"/>
              </a:rPr>
              <a:t>测试报告</a:t>
            </a:r>
            <a:r>
              <a:rPr sz="1100" b="0" dirty="0">
                <a:solidFill>
                  <a:srgbClr val="616A76"/>
                </a:solidFill>
                <a:latin typeface="Microsoft YaHei"/>
              </a:rPr>
              <a:t> / </a:t>
            </a:r>
            <a:r>
              <a:rPr sz="1100" b="0" dirty="0" err="1">
                <a:solidFill>
                  <a:srgbClr val="616A76"/>
                </a:solidFill>
                <a:latin typeface="Microsoft YaHei"/>
              </a:rPr>
              <a:t>路演材料</a:t>
            </a:r>
            <a:endParaRPr sz="1100" b="0" dirty="0">
              <a:solidFill>
                <a:srgbClr val="616A76"/>
              </a:solidFill>
              <a:latin typeface="Microsoft YaHei"/>
            </a:endParaRPr>
          </a:p>
        </p:txBody>
      </p:sp>
      <p:sp>
        <p:nvSpPr>
          <p:cNvPr id="25" name="Rectangle 29">
            <a:extLst>
              <a:ext uri="{FF2B5EF4-FFF2-40B4-BE49-F238E27FC236}">
                <a16:creationId xmlns:a16="http://schemas.microsoft.com/office/drawing/2014/main" id="{C4E8184B-93FA-1BA7-D797-ED874F502366}"/>
              </a:ext>
            </a:extLst>
          </p:cNvPr>
          <p:cNvSpPr/>
          <p:nvPr/>
        </p:nvSpPr>
        <p:spPr>
          <a:xfrm>
            <a:off x="4861560" y="4852388"/>
            <a:ext cx="822960" cy="5486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30">
            <a:extLst>
              <a:ext uri="{FF2B5EF4-FFF2-40B4-BE49-F238E27FC236}">
                <a16:creationId xmlns:a16="http://schemas.microsoft.com/office/drawing/2014/main" id="{3EC65172-3D08-C607-C37A-A5C7FB903153}"/>
              </a:ext>
            </a:extLst>
          </p:cNvPr>
          <p:cNvSpPr/>
          <p:nvPr/>
        </p:nvSpPr>
        <p:spPr>
          <a:xfrm>
            <a:off x="4861560" y="4852388"/>
            <a:ext cx="548640" cy="54864"/>
          </a:xfrm>
          <a:prstGeom prst="rect">
            <a:avLst/>
          </a:prstGeom>
          <a:solidFill>
            <a:srgbClr val="2E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31">
            <a:extLst>
              <a:ext uri="{FF2B5EF4-FFF2-40B4-BE49-F238E27FC236}">
                <a16:creationId xmlns:a16="http://schemas.microsoft.com/office/drawing/2014/main" id="{59A481B1-B9D9-0017-9C1A-039841B1FFBD}"/>
              </a:ext>
            </a:extLst>
          </p:cNvPr>
          <p:cNvSpPr txBox="1"/>
          <p:nvPr/>
        </p:nvSpPr>
        <p:spPr>
          <a:xfrm>
            <a:off x="5711951" y="4770092"/>
            <a:ext cx="406907" cy="255365"/>
          </a:xfrm>
          <a:prstGeom prst="rect">
            <a:avLst/>
          </a:prstGeom>
          <a:noFill/>
          <a:ln>
            <a:noFill/>
          </a:ln>
        </p:spPr>
        <p:txBody>
          <a:bodyPr wrap="square" lIns="45720" rIns="45720">
            <a:spAutoFit/>
          </a:bodyPr>
          <a:lstStyle/>
          <a:p>
            <a:pPr algn="r"/>
            <a:r>
              <a:rPr sz="1000" b="0" dirty="0">
                <a:solidFill>
                  <a:srgbClr val="616A76"/>
                </a:solidFill>
                <a:latin typeface="Microsoft YaHei"/>
              </a:rPr>
              <a:t>20%</a:t>
            </a:r>
          </a:p>
        </p:txBody>
      </p:sp>
      <p:sp>
        <p:nvSpPr>
          <p:cNvPr id="28" name="Rounded Rectangle 32">
            <a:extLst>
              <a:ext uri="{FF2B5EF4-FFF2-40B4-BE49-F238E27FC236}">
                <a16:creationId xmlns:a16="http://schemas.microsoft.com/office/drawing/2014/main" id="{EF08CD64-4946-C995-6AB4-7EB9B948F776}"/>
              </a:ext>
            </a:extLst>
          </p:cNvPr>
          <p:cNvSpPr/>
          <p:nvPr/>
        </p:nvSpPr>
        <p:spPr>
          <a:xfrm>
            <a:off x="1048512" y="5410172"/>
            <a:ext cx="4892040" cy="384048"/>
          </a:xfrm>
          <a:prstGeom prst="roundRect">
            <a:avLst>
              <a:gd name="adj" fmla="val 6000"/>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33">
            <a:extLst>
              <a:ext uri="{FF2B5EF4-FFF2-40B4-BE49-F238E27FC236}">
                <a16:creationId xmlns:a16="http://schemas.microsoft.com/office/drawing/2014/main" id="{91EE8197-9E72-220C-62F2-7EBC1DF28017}"/>
              </a:ext>
            </a:extLst>
          </p:cNvPr>
          <p:cNvSpPr txBox="1"/>
          <p:nvPr/>
        </p:nvSpPr>
        <p:spPr>
          <a:xfrm>
            <a:off x="1176528" y="5529044"/>
            <a:ext cx="4572000" cy="128016"/>
          </a:xfrm>
          <a:prstGeom prst="rect">
            <a:avLst/>
          </a:prstGeom>
          <a:noFill/>
          <a:ln>
            <a:noFill/>
          </a:ln>
        </p:spPr>
        <p:txBody>
          <a:bodyPr wrap="square" lIns="45720" rIns="45720">
            <a:spAutoFit/>
          </a:bodyPr>
          <a:lstStyle/>
          <a:p>
            <a:pPr algn="ctr"/>
            <a:r>
              <a:rPr sz="880" b="0">
                <a:solidFill>
                  <a:srgbClr val="616A76"/>
                </a:solidFill>
                <a:latin typeface="Microsoft YaHei"/>
              </a:rPr>
              <a:t>财务节奏：0—6个月验证原型 → 6—12个月完成低成本样机 → 12个月后推进试点合作</a:t>
            </a:r>
          </a:p>
        </p:txBody>
      </p:sp>
      <p:sp>
        <p:nvSpPr>
          <p:cNvPr id="31" name="Rounded Rectangle 35">
            <a:extLst>
              <a:ext uri="{FF2B5EF4-FFF2-40B4-BE49-F238E27FC236}">
                <a16:creationId xmlns:a16="http://schemas.microsoft.com/office/drawing/2014/main" id="{F07DFC5C-33C0-9C43-A150-54E899D6F373}"/>
              </a:ext>
            </a:extLst>
          </p:cNvPr>
          <p:cNvSpPr/>
          <p:nvPr/>
        </p:nvSpPr>
        <p:spPr>
          <a:xfrm>
            <a:off x="6822948" y="1670276"/>
            <a:ext cx="1143000" cy="292608"/>
          </a:xfrm>
          <a:prstGeom prst="roundRect">
            <a:avLst>
              <a:gd name="adj" fmla="val 25000"/>
            </a:avLst>
          </a:prstGeom>
          <a:solidFill>
            <a:srgbClr val="163458"/>
          </a:solidFill>
          <a:ln w="12700">
            <a:solidFill>
              <a:srgbClr val="16345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Microsoft YaHei"/>
              </a:rPr>
              <a:t>风险控制</a:t>
            </a:r>
          </a:p>
        </p:txBody>
      </p:sp>
      <p:sp>
        <p:nvSpPr>
          <p:cNvPr id="32" name="TextBox 36">
            <a:extLst>
              <a:ext uri="{FF2B5EF4-FFF2-40B4-BE49-F238E27FC236}">
                <a16:creationId xmlns:a16="http://schemas.microsoft.com/office/drawing/2014/main" id="{8C26ECD3-9F87-5E08-6569-9CD475A1CD5B}"/>
              </a:ext>
            </a:extLst>
          </p:cNvPr>
          <p:cNvSpPr txBox="1"/>
          <p:nvPr/>
        </p:nvSpPr>
        <p:spPr>
          <a:xfrm>
            <a:off x="6850380" y="2054323"/>
            <a:ext cx="4553712" cy="329184"/>
          </a:xfrm>
          <a:prstGeom prst="rect">
            <a:avLst/>
          </a:prstGeom>
          <a:noFill/>
          <a:ln>
            <a:noFill/>
          </a:ln>
        </p:spPr>
        <p:txBody>
          <a:bodyPr wrap="square" lIns="45720" rIns="45720">
            <a:spAutoFit/>
          </a:bodyPr>
          <a:lstStyle/>
          <a:p>
            <a:pPr algn="l"/>
            <a:r>
              <a:rPr sz="1250" b="1">
                <a:solidFill>
                  <a:srgbClr val="282F37"/>
                </a:solidFill>
                <a:latin typeface="Microsoft YaHei"/>
              </a:rPr>
              <a:t>聚焦四类关键风险，用“先可控场景、后复杂场景”的方式降低不确定性。</a:t>
            </a:r>
          </a:p>
        </p:txBody>
      </p:sp>
      <p:sp>
        <p:nvSpPr>
          <p:cNvPr id="33" name="Oval 37">
            <a:extLst>
              <a:ext uri="{FF2B5EF4-FFF2-40B4-BE49-F238E27FC236}">
                <a16:creationId xmlns:a16="http://schemas.microsoft.com/office/drawing/2014/main" id="{2B67F9C6-7E1C-E59D-225E-F54633F1052E}"/>
              </a:ext>
            </a:extLst>
          </p:cNvPr>
          <p:cNvSpPr/>
          <p:nvPr/>
        </p:nvSpPr>
        <p:spPr>
          <a:xfrm>
            <a:off x="6850380" y="2657828"/>
            <a:ext cx="237744" cy="237744"/>
          </a:xfrm>
          <a:prstGeom prst="ellipse">
            <a:avLst/>
          </a:prstGeom>
          <a:solidFill>
            <a:srgbClr val="2E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8">
            <a:extLst>
              <a:ext uri="{FF2B5EF4-FFF2-40B4-BE49-F238E27FC236}">
                <a16:creationId xmlns:a16="http://schemas.microsoft.com/office/drawing/2014/main" id="{702AE176-56C3-98A6-0ADD-05BE21DA09C7}"/>
              </a:ext>
            </a:extLst>
          </p:cNvPr>
          <p:cNvSpPr txBox="1"/>
          <p:nvPr/>
        </p:nvSpPr>
        <p:spPr>
          <a:xfrm>
            <a:off x="7188708" y="2639540"/>
            <a:ext cx="868680" cy="276999"/>
          </a:xfrm>
          <a:prstGeom prst="rect">
            <a:avLst/>
          </a:prstGeom>
          <a:noFill/>
          <a:ln>
            <a:noFill/>
          </a:ln>
        </p:spPr>
        <p:txBody>
          <a:bodyPr wrap="square" lIns="45720" rIns="45720">
            <a:spAutoFit/>
          </a:bodyPr>
          <a:lstStyle/>
          <a:p>
            <a:pPr algn="l"/>
            <a:r>
              <a:rPr sz="1200" b="1">
                <a:solidFill>
                  <a:srgbClr val="2E5B91"/>
                </a:solidFill>
                <a:latin typeface="Microsoft YaHei"/>
              </a:rPr>
              <a:t>技术风险</a:t>
            </a:r>
          </a:p>
        </p:txBody>
      </p:sp>
      <p:sp>
        <p:nvSpPr>
          <p:cNvPr id="35" name="TextBox 39">
            <a:extLst>
              <a:ext uri="{FF2B5EF4-FFF2-40B4-BE49-F238E27FC236}">
                <a16:creationId xmlns:a16="http://schemas.microsoft.com/office/drawing/2014/main" id="{81084161-002F-95D2-621A-BD1EAEDE82E3}"/>
              </a:ext>
            </a:extLst>
          </p:cNvPr>
          <p:cNvSpPr txBox="1"/>
          <p:nvPr/>
        </p:nvSpPr>
        <p:spPr>
          <a:xfrm>
            <a:off x="8039100" y="2639540"/>
            <a:ext cx="1783080" cy="415498"/>
          </a:xfrm>
          <a:prstGeom prst="rect">
            <a:avLst/>
          </a:prstGeom>
          <a:noFill/>
          <a:ln>
            <a:noFill/>
          </a:ln>
        </p:spPr>
        <p:txBody>
          <a:bodyPr wrap="square" lIns="45720" rIns="45720">
            <a:spAutoFit/>
          </a:bodyPr>
          <a:lstStyle/>
          <a:p>
            <a:pPr algn="l"/>
            <a:r>
              <a:rPr sz="1050" b="0">
                <a:solidFill>
                  <a:srgbClr val="616A76"/>
                </a:solidFill>
                <a:latin typeface="Microsoft YaHei"/>
              </a:rPr>
              <a:t>误报漏报、复杂环境识别不稳定</a:t>
            </a:r>
          </a:p>
        </p:txBody>
      </p:sp>
      <p:sp>
        <p:nvSpPr>
          <p:cNvPr id="36" name="TextBox 40">
            <a:extLst>
              <a:ext uri="{FF2B5EF4-FFF2-40B4-BE49-F238E27FC236}">
                <a16:creationId xmlns:a16="http://schemas.microsoft.com/office/drawing/2014/main" id="{E74722BF-CD50-D027-2ED5-081B0F267E98}"/>
              </a:ext>
            </a:extLst>
          </p:cNvPr>
          <p:cNvSpPr txBox="1"/>
          <p:nvPr/>
        </p:nvSpPr>
        <p:spPr>
          <a:xfrm>
            <a:off x="9849612" y="2639540"/>
            <a:ext cx="1920240" cy="253916"/>
          </a:xfrm>
          <a:prstGeom prst="rect">
            <a:avLst/>
          </a:prstGeom>
          <a:noFill/>
          <a:ln>
            <a:noFill/>
          </a:ln>
        </p:spPr>
        <p:txBody>
          <a:bodyPr wrap="square" lIns="45720" rIns="45720">
            <a:spAutoFit/>
          </a:bodyPr>
          <a:lstStyle/>
          <a:p>
            <a:pPr algn="l"/>
            <a:r>
              <a:rPr sz="1050" b="0">
                <a:solidFill>
                  <a:srgbClr val="282F37"/>
                </a:solidFill>
                <a:latin typeface="Microsoft YaHei"/>
              </a:rPr>
              <a:t>多源感知融合 + 风险分级验证</a:t>
            </a:r>
          </a:p>
        </p:txBody>
      </p:sp>
      <p:sp>
        <p:nvSpPr>
          <p:cNvPr id="37" name="Rectangle 41">
            <a:extLst>
              <a:ext uri="{FF2B5EF4-FFF2-40B4-BE49-F238E27FC236}">
                <a16:creationId xmlns:a16="http://schemas.microsoft.com/office/drawing/2014/main" id="{3F3D7D55-D896-20A1-29ED-BE57B3D05937}"/>
              </a:ext>
            </a:extLst>
          </p:cNvPr>
          <p:cNvSpPr/>
          <p:nvPr/>
        </p:nvSpPr>
        <p:spPr>
          <a:xfrm>
            <a:off x="6850380" y="3096740"/>
            <a:ext cx="4754880" cy="914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Oval 42">
            <a:extLst>
              <a:ext uri="{FF2B5EF4-FFF2-40B4-BE49-F238E27FC236}">
                <a16:creationId xmlns:a16="http://schemas.microsoft.com/office/drawing/2014/main" id="{C4CFD890-58AB-1EC7-EB9B-A5BC03EA7837}"/>
              </a:ext>
            </a:extLst>
          </p:cNvPr>
          <p:cNvSpPr/>
          <p:nvPr/>
        </p:nvSpPr>
        <p:spPr>
          <a:xfrm>
            <a:off x="6850380" y="3371060"/>
            <a:ext cx="237744" cy="237744"/>
          </a:xfrm>
          <a:prstGeom prst="ellipse">
            <a:avLst/>
          </a:prstGeom>
          <a:solidFill>
            <a:srgbClr val="537D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43">
            <a:extLst>
              <a:ext uri="{FF2B5EF4-FFF2-40B4-BE49-F238E27FC236}">
                <a16:creationId xmlns:a16="http://schemas.microsoft.com/office/drawing/2014/main" id="{58A8C96B-E8E6-4DC2-20C2-F444BDBD7558}"/>
              </a:ext>
            </a:extLst>
          </p:cNvPr>
          <p:cNvSpPr txBox="1"/>
          <p:nvPr/>
        </p:nvSpPr>
        <p:spPr>
          <a:xfrm>
            <a:off x="7188708" y="3352772"/>
            <a:ext cx="868680" cy="276999"/>
          </a:xfrm>
          <a:prstGeom prst="rect">
            <a:avLst/>
          </a:prstGeom>
          <a:noFill/>
          <a:ln>
            <a:noFill/>
          </a:ln>
        </p:spPr>
        <p:txBody>
          <a:bodyPr wrap="square" lIns="45720" rIns="45720">
            <a:spAutoFit/>
          </a:bodyPr>
          <a:lstStyle/>
          <a:p>
            <a:pPr algn="l"/>
            <a:r>
              <a:rPr sz="1200" b="1">
                <a:solidFill>
                  <a:srgbClr val="537D67"/>
                </a:solidFill>
                <a:latin typeface="Microsoft YaHei"/>
              </a:rPr>
              <a:t>产品风险</a:t>
            </a:r>
          </a:p>
        </p:txBody>
      </p:sp>
      <p:sp>
        <p:nvSpPr>
          <p:cNvPr id="40" name="TextBox 44">
            <a:extLst>
              <a:ext uri="{FF2B5EF4-FFF2-40B4-BE49-F238E27FC236}">
                <a16:creationId xmlns:a16="http://schemas.microsoft.com/office/drawing/2014/main" id="{3B47F713-874A-3ABE-00A9-BC932B67DED9}"/>
              </a:ext>
            </a:extLst>
          </p:cNvPr>
          <p:cNvSpPr txBox="1"/>
          <p:nvPr/>
        </p:nvSpPr>
        <p:spPr>
          <a:xfrm>
            <a:off x="8039100" y="3352772"/>
            <a:ext cx="1783080" cy="253916"/>
          </a:xfrm>
          <a:prstGeom prst="rect">
            <a:avLst/>
          </a:prstGeom>
          <a:noFill/>
          <a:ln>
            <a:noFill/>
          </a:ln>
        </p:spPr>
        <p:txBody>
          <a:bodyPr wrap="square" lIns="45720" rIns="45720">
            <a:spAutoFit/>
          </a:bodyPr>
          <a:lstStyle/>
          <a:p>
            <a:pPr algn="l"/>
            <a:r>
              <a:rPr sz="1050" b="0">
                <a:solidFill>
                  <a:srgbClr val="616A76"/>
                </a:solidFill>
                <a:latin typeface="Microsoft YaHei"/>
              </a:rPr>
              <a:t>佩戴不适、续航与交互负担</a:t>
            </a:r>
          </a:p>
        </p:txBody>
      </p:sp>
      <p:sp>
        <p:nvSpPr>
          <p:cNvPr id="41" name="TextBox 45">
            <a:extLst>
              <a:ext uri="{FF2B5EF4-FFF2-40B4-BE49-F238E27FC236}">
                <a16:creationId xmlns:a16="http://schemas.microsoft.com/office/drawing/2014/main" id="{88A240E0-CA48-6C61-8AA4-77318613C967}"/>
              </a:ext>
            </a:extLst>
          </p:cNvPr>
          <p:cNvSpPr txBox="1"/>
          <p:nvPr/>
        </p:nvSpPr>
        <p:spPr>
          <a:xfrm>
            <a:off x="9849612" y="3352772"/>
            <a:ext cx="1920240" cy="253916"/>
          </a:xfrm>
          <a:prstGeom prst="rect">
            <a:avLst/>
          </a:prstGeom>
          <a:noFill/>
          <a:ln>
            <a:noFill/>
          </a:ln>
        </p:spPr>
        <p:txBody>
          <a:bodyPr wrap="square" lIns="45720" rIns="45720">
            <a:spAutoFit/>
          </a:bodyPr>
          <a:lstStyle/>
          <a:p>
            <a:pPr algn="l"/>
            <a:r>
              <a:rPr sz="1050" b="0">
                <a:solidFill>
                  <a:srgbClr val="282F37"/>
                </a:solidFill>
                <a:latin typeface="Microsoft YaHei"/>
              </a:rPr>
              <a:t>轻量化结构 + 用户体验测试</a:t>
            </a:r>
          </a:p>
        </p:txBody>
      </p:sp>
      <p:sp>
        <p:nvSpPr>
          <p:cNvPr id="42" name="Rectangle 46">
            <a:extLst>
              <a:ext uri="{FF2B5EF4-FFF2-40B4-BE49-F238E27FC236}">
                <a16:creationId xmlns:a16="http://schemas.microsoft.com/office/drawing/2014/main" id="{DD9ECD96-5F4E-28CD-3BB4-C64849BD5C07}"/>
              </a:ext>
            </a:extLst>
          </p:cNvPr>
          <p:cNvSpPr/>
          <p:nvPr/>
        </p:nvSpPr>
        <p:spPr>
          <a:xfrm>
            <a:off x="6850380" y="3809972"/>
            <a:ext cx="4754880" cy="914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Oval 47">
            <a:extLst>
              <a:ext uri="{FF2B5EF4-FFF2-40B4-BE49-F238E27FC236}">
                <a16:creationId xmlns:a16="http://schemas.microsoft.com/office/drawing/2014/main" id="{C0B900CC-842C-957F-5C62-7B9BCE0B7EA6}"/>
              </a:ext>
            </a:extLst>
          </p:cNvPr>
          <p:cNvSpPr/>
          <p:nvPr/>
        </p:nvSpPr>
        <p:spPr>
          <a:xfrm>
            <a:off x="6850380" y="4084292"/>
            <a:ext cx="237744" cy="237744"/>
          </a:xfrm>
          <a:prstGeom prst="ellipse">
            <a:avLst/>
          </a:prstGeom>
          <a:solidFill>
            <a:srgbClr val="997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4" name="TextBox 48">
            <a:extLst>
              <a:ext uri="{FF2B5EF4-FFF2-40B4-BE49-F238E27FC236}">
                <a16:creationId xmlns:a16="http://schemas.microsoft.com/office/drawing/2014/main" id="{3DB9FC18-226B-4EC6-B1EA-885E83096280}"/>
              </a:ext>
            </a:extLst>
          </p:cNvPr>
          <p:cNvSpPr txBox="1"/>
          <p:nvPr/>
        </p:nvSpPr>
        <p:spPr>
          <a:xfrm>
            <a:off x="7188708" y="4066004"/>
            <a:ext cx="868680" cy="276999"/>
          </a:xfrm>
          <a:prstGeom prst="rect">
            <a:avLst/>
          </a:prstGeom>
          <a:noFill/>
          <a:ln>
            <a:noFill/>
          </a:ln>
        </p:spPr>
        <p:txBody>
          <a:bodyPr wrap="square" lIns="45720" rIns="45720">
            <a:spAutoFit/>
          </a:bodyPr>
          <a:lstStyle/>
          <a:p>
            <a:pPr algn="l"/>
            <a:r>
              <a:rPr sz="1200" b="1">
                <a:solidFill>
                  <a:srgbClr val="997537"/>
                </a:solidFill>
                <a:latin typeface="Microsoft YaHei"/>
              </a:rPr>
              <a:t>场景风险</a:t>
            </a:r>
          </a:p>
        </p:txBody>
      </p:sp>
      <p:sp>
        <p:nvSpPr>
          <p:cNvPr id="45" name="TextBox 49">
            <a:extLst>
              <a:ext uri="{FF2B5EF4-FFF2-40B4-BE49-F238E27FC236}">
                <a16:creationId xmlns:a16="http://schemas.microsoft.com/office/drawing/2014/main" id="{C02CEE2E-08C9-F043-1405-52CE2ADBDD76}"/>
              </a:ext>
            </a:extLst>
          </p:cNvPr>
          <p:cNvSpPr txBox="1"/>
          <p:nvPr/>
        </p:nvSpPr>
        <p:spPr>
          <a:xfrm>
            <a:off x="8039100" y="4066004"/>
            <a:ext cx="1783080" cy="253916"/>
          </a:xfrm>
          <a:prstGeom prst="rect">
            <a:avLst/>
          </a:prstGeom>
          <a:noFill/>
          <a:ln>
            <a:noFill/>
          </a:ln>
        </p:spPr>
        <p:txBody>
          <a:bodyPr wrap="square" lIns="45720" rIns="45720">
            <a:spAutoFit/>
          </a:bodyPr>
          <a:lstStyle/>
          <a:p>
            <a:pPr algn="l"/>
            <a:r>
              <a:rPr sz="1050" b="0">
                <a:solidFill>
                  <a:srgbClr val="616A76"/>
                </a:solidFill>
                <a:latin typeface="Microsoft YaHei"/>
              </a:rPr>
              <a:t>道路、天气、人流差异大</a:t>
            </a:r>
          </a:p>
        </p:txBody>
      </p:sp>
      <p:sp>
        <p:nvSpPr>
          <p:cNvPr id="46" name="TextBox 50">
            <a:extLst>
              <a:ext uri="{FF2B5EF4-FFF2-40B4-BE49-F238E27FC236}">
                <a16:creationId xmlns:a16="http://schemas.microsoft.com/office/drawing/2014/main" id="{BE0942C9-506D-F50E-0896-E25B3BDDD470}"/>
              </a:ext>
            </a:extLst>
          </p:cNvPr>
          <p:cNvSpPr txBox="1"/>
          <p:nvPr/>
        </p:nvSpPr>
        <p:spPr>
          <a:xfrm>
            <a:off x="9849612" y="4066004"/>
            <a:ext cx="1920240" cy="253916"/>
          </a:xfrm>
          <a:prstGeom prst="rect">
            <a:avLst/>
          </a:prstGeom>
          <a:noFill/>
          <a:ln>
            <a:noFill/>
          </a:ln>
        </p:spPr>
        <p:txBody>
          <a:bodyPr wrap="square" lIns="45720" rIns="45720">
            <a:spAutoFit/>
          </a:bodyPr>
          <a:lstStyle/>
          <a:p>
            <a:pPr algn="l"/>
            <a:r>
              <a:rPr sz="1050" b="0">
                <a:solidFill>
                  <a:srgbClr val="282F37"/>
                </a:solidFill>
                <a:latin typeface="Microsoft YaHei"/>
              </a:rPr>
              <a:t>先校园/社区试点，再扩展路口</a:t>
            </a:r>
          </a:p>
        </p:txBody>
      </p:sp>
      <p:sp>
        <p:nvSpPr>
          <p:cNvPr id="47" name="Rectangle 51">
            <a:extLst>
              <a:ext uri="{FF2B5EF4-FFF2-40B4-BE49-F238E27FC236}">
                <a16:creationId xmlns:a16="http://schemas.microsoft.com/office/drawing/2014/main" id="{9866BA6E-F5D3-3B6D-75B2-BAC65FF09DCB}"/>
              </a:ext>
            </a:extLst>
          </p:cNvPr>
          <p:cNvSpPr/>
          <p:nvPr/>
        </p:nvSpPr>
        <p:spPr>
          <a:xfrm>
            <a:off x="6850380" y="4523204"/>
            <a:ext cx="4754880" cy="9144"/>
          </a:xfrm>
          <a:prstGeom prst="rect">
            <a:avLst/>
          </a:prstGeom>
          <a:solidFill>
            <a:srgbClr val="DA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8" name="Oval 52">
            <a:extLst>
              <a:ext uri="{FF2B5EF4-FFF2-40B4-BE49-F238E27FC236}">
                <a16:creationId xmlns:a16="http://schemas.microsoft.com/office/drawing/2014/main" id="{D50AE27D-F4C9-9CEF-B82D-43835FE9F4AE}"/>
              </a:ext>
            </a:extLst>
          </p:cNvPr>
          <p:cNvSpPr/>
          <p:nvPr/>
        </p:nvSpPr>
        <p:spPr>
          <a:xfrm>
            <a:off x="6850380" y="4797523"/>
            <a:ext cx="237744" cy="237744"/>
          </a:xfrm>
          <a:prstGeom prst="ellipse">
            <a:avLst/>
          </a:prstGeom>
          <a:solidFill>
            <a:srgbClr val="8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53">
            <a:extLst>
              <a:ext uri="{FF2B5EF4-FFF2-40B4-BE49-F238E27FC236}">
                <a16:creationId xmlns:a16="http://schemas.microsoft.com/office/drawing/2014/main" id="{4E710081-10CC-B803-40D6-B20491ABBACE}"/>
              </a:ext>
            </a:extLst>
          </p:cNvPr>
          <p:cNvSpPr txBox="1"/>
          <p:nvPr/>
        </p:nvSpPr>
        <p:spPr>
          <a:xfrm>
            <a:off x="7188708" y="4779236"/>
            <a:ext cx="868680" cy="276999"/>
          </a:xfrm>
          <a:prstGeom prst="rect">
            <a:avLst/>
          </a:prstGeom>
          <a:noFill/>
          <a:ln>
            <a:noFill/>
          </a:ln>
        </p:spPr>
        <p:txBody>
          <a:bodyPr wrap="square" lIns="45720" rIns="45720">
            <a:spAutoFit/>
          </a:bodyPr>
          <a:lstStyle/>
          <a:p>
            <a:pPr algn="l"/>
            <a:r>
              <a:rPr sz="1200" b="1" dirty="0" err="1">
                <a:solidFill>
                  <a:srgbClr val="8D4C4C"/>
                </a:solidFill>
                <a:latin typeface="Microsoft YaHei"/>
              </a:rPr>
              <a:t>合规风险</a:t>
            </a:r>
            <a:endParaRPr sz="1200" b="1" dirty="0">
              <a:solidFill>
                <a:srgbClr val="8D4C4C"/>
              </a:solidFill>
              <a:latin typeface="Microsoft YaHei"/>
            </a:endParaRPr>
          </a:p>
        </p:txBody>
      </p:sp>
      <p:sp>
        <p:nvSpPr>
          <p:cNvPr id="50" name="TextBox 54">
            <a:extLst>
              <a:ext uri="{FF2B5EF4-FFF2-40B4-BE49-F238E27FC236}">
                <a16:creationId xmlns:a16="http://schemas.microsoft.com/office/drawing/2014/main" id="{27E23532-56CF-B6C2-0460-8BD0AD7ED6C3}"/>
              </a:ext>
            </a:extLst>
          </p:cNvPr>
          <p:cNvSpPr txBox="1"/>
          <p:nvPr/>
        </p:nvSpPr>
        <p:spPr>
          <a:xfrm>
            <a:off x="8039100" y="4779236"/>
            <a:ext cx="1783080" cy="415498"/>
          </a:xfrm>
          <a:prstGeom prst="rect">
            <a:avLst/>
          </a:prstGeom>
          <a:noFill/>
          <a:ln>
            <a:noFill/>
          </a:ln>
        </p:spPr>
        <p:txBody>
          <a:bodyPr wrap="square" lIns="45720" rIns="45720">
            <a:spAutoFit/>
          </a:bodyPr>
          <a:lstStyle/>
          <a:p>
            <a:pPr algn="l"/>
            <a:r>
              <a:rPr sz="1050" b="0">
                <a:solidFill>
                  <a:srgbClr val="616A76"/>
                </a:solidFill>
                <a:latin typeface="Microsoft YaHei"/>
              </a:rPr>
              <a:t>定位数据与脑机拓展涉及隐私</a:t>
            </a:r>
          </a:p>
        </p:txBody>
      </p:sp>
      <p:sp>
        <p:nvSpPr>
          <p:cNvPr id="51" name="TextBox 55">
            <a:extLst>
              <a:ext uri="{FF2B5EF4-FFF2-40B4-BE49-F238E27FC236}">
                <a16:creationId xmlns:a16="http://schemas.microsoft.com/office/drawing/2014/main" id="{16A31837-5158-31C0-C34B-740629AE8A38}"/>
              </a:ext>
            </a:extLst>
          </p:cNvPr>
          <p:cNvSpPr txBox="1"/>
          <p:nvPr/>
        </p:nvSpPr>
        <p:spPr>
          <a:xfrm>
            <a:off x="9849612" y="4779236"/>
            <a:ext cx="1920240" cy="415498"/>
          </a:xfrm>
          <a:prstGeom prst="rect">
            <a:avLst/>
          </a:prstGeom>
          <a:noFill/>
          <a:ln>
            <a:noFill/>
          </a:ln>
        </p:spPr>
        <p:txBody>
          <a:bodyPr wrap="square" lIns="45720" rIns="45720">
            <a:spAutoFit/>
          </a:bodyPr>
          <a:lstStyle/>
          <a:p>
            <a:pPr algn="l"/>
            <a:r>
              <a:rPr sz="1050" b="0">
                <a:solidFill>
                  <a:srgbClr val="282F37"/>
                </a:solidFill>
                <a:latin typeface="Microsoft YaHei"/>
              </a:rPr>
              <a:t>授权采集 + 数据最小化 + 合规评估</a:t>
            </a:r>
          </a:p>
        </p:txBody>
      </p:sp>
    </p:spTree>
    <p:extLst>
      <p:ext uri="{BB962C8B-B14F-4D97-AF65-F5344CB8AC3E}">
        <p14:creationId xmlns:p14="http://schemas.microsoft.com/office/powerpoint/2010/main" val="408568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AEC069-7F7E-D323-8748-761604FDD386}"/>
              </a:ext>
            </a:extLst>
          </p:cNvPr>
          <p:cNvSpPr>
            <a:spLocks noGrp="1"/>
          </p:cNvSpPr>
          <p:nvPr>
            <p:ph type="title"/>
          </p:nvPr>
        </p:nvSpPr>
        <p:spPr>
          <a:xfrm>
            <a:off x="633153" y="275272"/>
            <a:ext cx="10510335" cy="931736"/>
          </a:xfrm>
        </p:spPr>
        <p:txBody>
          <a:bodyPr/>
          <a:lstStyle/>
          <a:p>
            <a:r>
              <a:rPr lang="zh-CN" altLang="en-US" b="1" dirty="0">
                <a:latin typeface="宋体" panose="02010600030101010101" pitchFamily="2" charset="-122"/>
                <a:ea typeface="宋体" panose="02010600030101010101" pitchFamily="2" charset="-122"/>
              </a:rPr>
              <a:t>营销、资源与孵化路径</a:t>
            </a:r>
          </a:p>
        </p:txBody>
      </p:sp>
      <p:sp>
        <p:nvSpPr>
          <p:cNvPr id="5" name="Rounded Rectangle 9">
            <a:extLst>
              <a:ext uri="{FF2B5EF4-FFF2-40B4-BE49-F238E27FC236}">
                <a16:creationId xmlns:a16="http://schemas.microsoft.com/office/drawing/2014/main" id="{AE952C53-05E1-E158-1751-55262DA9C53C}"/>
              </a:ext>
            </a:extLst>
          </p:cNvPr>
          <p:cNvSpPr/>
          <p:nvPr/>
        </p:nvSpPr>
        <p:spPr>
          <a:xfrm>
            <a:off x="788601" y="1508760"/>
            <a:ext cx="1298448" cy="310896"/>
          </a:xfrm>
          <a:prstGeom prst="roundRect">
            <a:avLst>
              <a:gd name="adj" fmla="val 30000"/>
            </a:avLst>
          </a:prstGeom>
          <a:solidFill>
            <a:srgbClr val="1D4ED8"/>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Microsoft YaHei"/>
              </a:rPr>
              <a:t>营销路径</a:t>
            </a:r>
          </a:p>
        </p:txBody>
      </p:sp>
      <p:sp>
        <p:nvSpPr>
          <p:cNvPr id="6" name="TextBox 10">
            <a:extLst>
              <a:ext uri="{FF2B5EF4-FFF2-40B4-BE49-F238E27FC236}">
                <a16:creationId xmlns:a16="http://schemas.microsoft.com/office/drawing/2014/main" id="{8CA2BC9D-1C52-F40C-EB93-C0CC1AF4FC1C}"/>
              </a:ext>
            </a:extLst>
          </p:cNvPr>
          <p:cNvSpPr txBox="1"/>
          <p:nvPr/>
        </p:nvSpPr>
        <p:spPr>
          <a:xfrm>
            <a:off x="843465" y="1874520"/>
            <a:ext cx="3246120" cy="292608"/>
          </a:xfrm>
          <a:prstGeom prst="rect">
            <a:avLst/>
          </a:prstGeom>
          <a:noFill/>
          <a:ln>
            <a:noFill/>
          </a:ln>
        </p:spPr>
        <p:txBody>
          <a:bodyPr wrap="square" lIns="45720" rIns="45720">
            <a:spAutoFit/>
          </a:bodyPr>
          <a:lstStyle/>
          <a:p>
            <a:pPr algn="l"/>
            <a:r>
              <a:rPr sz="1200" b="1">
                <a:solidFill>
                  <a:srgbClr val="1F2937"/>
                </a:solidFill>
                <a:latin typeface="Microsoft YaHei"/>
              </a:rPr>
              <a:t>“机构试点切入 + 公益合作破圈 + 个人市场延伸”</a:t>
            </a:r>
          </a:p>
        </p:txBody>
      </p:sp>
      <p:sp>
        <p:nvSpPr>
          <p:cNvPr id="8" name="Rounded Rectangle 12">
            <a:extLst>
              <a:ext uri="{FF2B5EF4-FFF2-40B4-BE49-F238E27FC236}">
                <a16:creationId xmlns:a16="http://schemas.microsoft.com/office/drawing/2014/main" id="{DB500021-5545-A412-6EFE-E0D0094D2340}"/>
              </a:ext>
            </a:extLst>
          </p:cNvPr>
          <p:cNvSpPr/>
          <p:nvPr/>
        </p:nvSpPr>
        <p:spPr>
          <a:xfrm>
            <a:off x="880041" y="4352544"/>
            <a:ext cx="3246120" cy="557784"/>
          </a:xfrm>
          <a:prstGeom prst="roundRect">
            <a:avLst>
              <a:gd name="adj" fmla="val 6000"/>
            </a:avLst>
          </a:prstGeom>
          <a:solidFill>
            <a:srgbClr val="DBEA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3">
            <a:extLst>
              <a:ext uri="{FF2B5EF4-FFF2-40B4-BE49-F238E27FC236}">
                <a16:creationId xmlns:a16="http://schemas.microsoft.com/office/drawing/2014/main" id="{EA35E15D-58E6-C7CD-C4A2-274A0210CC33}"/>
              </a:ext>
            </a:extLst>
          </p:cNvPr>
          <p:cNvSpPr txBox="1"/>
          <p:nvPr/>
        </p:nvSpPr>
        <p:spPr>
          <a:xfrm>
            <a:off x="971481" y="4466844"/>
            <a:ext cx="1078992" cy="164592"/>
          </a:xfrm>
          <a:prstGeom prst="rect">
            <a:avLst/>
          </a:prstGeom>
          <a:noFill/>
          <a:ln>
            <a:noFill/>
          </a:ln>
        </p:spPr>
        <p:txBody>
          <a:bodyPr wrap="square" lIns="45720" rIns="45720">
            <a:spAutoFit/>
          </a:bodyPr>
          <a:lstStyle/>
          <a:p>
            <a:pPr algn="l"/>
            <a:r>
              <a:rPr sz="1120" b="1" dirty="0">
                <a:solidFill>
                  <a:srgbClr val="1D4ED8"/>
                </a:solidFill>
                <a:latin typeface="Microsoft YaHei"/>
              </a:rPr>
              <a:t>阶段1 </a:t>
            </a:r>
            <a:r>
              <a:rPr sz="1120" b="1" dirty="0" err="1">
                <a:solidFill>
                  <a:srgbClr val="1D4ED8"/>
                </a:solidFill>
                <a:latin typeface="Microsoft YaHei"/>
              </a:rPr>
              <a:t>试点验证</a:t>
            </a:r>
            <a:endParaRPr sz="1120" b="1" dirty="0">
              <a:solidFill>
                <a:srgbClr val="1D4ED8"/>
              </a:solidFill>
              <a:latin typeface="Microsoft YaHei"/>
            </a:endParaRPr>
          </a:p>
        </p:txBody>
      </p:sp>
      <p:sp>
        <p:nvSpPr>
          <p:cNvPr id="10" name="TextBox 14">
            <a:extLst>
              <a:ext uri="{FF2B5EF4-FFF2-40B4-BE49-F238E27FC236}">
                <a16:creationId xmlns:a16="http://schemas.microsoft.com/office/drawing/2014/main" id="{F7C13CB0-AA7C-15F0-2142-643ABABC70D3}"/>
              </a:ext>
            </a:extLst>
          </p:cNvPr>
          <p:cNvSpPr txBox="1"/>
          <p:nvPr/>
        </p:nvSpPr>
        <p:spPr>
          <a:xfrm>
            <a:off x="2306503" y="4422694"/>
            <a:ext cx="1874519" cy="415498"/>
          </a:xfrm>
          <a:prstGeom prst="rect">
            <a:avLst/>
          </a:prstGeom>
          <a:noFill/>
          <a:ln>
            <a:noFill/>
          </a:ln>
        </p:spPr>
        <p:txBody>
          <a:bodyPr wrap="square" lIns="45720" rIns="45720">
            <a:spAutoFit/>
          </a:bodyPr>
          <a:lstStyle/>
          <a:p>
            <a:pPr algn="l"/>
            <a:r>
              <a:rPr sz="1050" b="1" dirty="0" err="1">
                <a:solidFill>
                  <a:srgbClr val="1F2937"/>
                </a:solidFill>
                <a:latin typeface="Microsoft YaHei"/>
              </a:rPr>
              <a:t>校园、社区、康复机构</a:t>
            </a:r>
            <a:r>
              <a:rPr sz="1050" b="1" dirty="0">
                <a:solidFill>
                  <a:srgbClr val="1F2937"/>
                </a:solidFill>
                <a:latin typeface="Microsoft YaHei"/>
              </a:rPr>
              <a:t>
</a:t>
            </a:r>
            <a:r>
              <a:rPr sz="1050" b="1" dirty="0" err="1">
                <a:solidFill>
                  <a:srgbClr val="1F2937"/>
                </a:solidFill>
                <a:latin typeface="Microsoft YaHei"/>
              </a:rPr>
              <a:t>小范围试用与反馈收集</a:t>
            </a:r>
            <a:endParaRPr sz="1050" b="1" dirty="0">
              <a:solidFill>
                <a:srgbClr val="1F2937"/>
              </a:solidFill>
              <a:latin typeface="Microsoft YaHei"/>
            </a:endParaRPr>
          </a:p>
        </p:txBody>
      </p:sp>
      <p:sp>
        <p:nvSpPr>
          <p:cNvPr id="11" name="Down Arrow 15">
            <a:extLst>
              <a:ext uri="{FF2B5EF4-FFF2-40B4-BE49-F238E27FC236}">
                <a16:creationId xmlns:a16="http://schemas.microsoft.com/office/drawing/2014/main" id="{71A6D753-C988-E0CE-CED1-CBBD1B0399B7}"/>
              </a:ext>
            </a:extLst>
          </p:cNvPr>
          <p:cNvSpPr/>
          <p:nvPr/>
        </p:nvSpPr>
        <p:spPr>
          <a:xfrm>
            <a:off x="2306504" y="4937759"/>
            <a:ext cx="256032" cy="109728"/>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6">
            <a:extLst>
              <a:ext uri="{FF2B5EF4-FFF2-40B4-BE49-F238E27FC236}">
                <a16:creationId xmlns:a16="http://schemas.microsoft.com/office/drawing/2014/main" id="{0D164F60-76CF-200A-D84E-97E8A0AE5B5C}"/>
              </a:ext>
            </a:extLst>
          </p:cNvPr>
          <p:cNvSpPr/>
          <p:nvPr/>
        </p:nvSpPr>
        <p:spPr>
          <a:xfrm>
            <a:off x="880041" y="5111496"/>
            <a:ext cx="3246120" cy="557784"/>
          </a:xfrm>
          <a:prstGeom prst="roundRect">
            <a:avLst>
              <a:gd name="adj" fmla="val 6000"/>
            </a:avLst>
          </a:prstGeom>
          <a:solidFill>
            <a:srgbClr val="CCFBF1"/>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7">
            <a:extLst>
              <a:ext uri="{FF2B5EF4-FFF2-40B4-BE49-F238E27FC236}">
                <a16:creationId xmlns:a16="http://schemas.microsoft.com/office/drawing/2014/main" id="{E4BC57ED-1592-4FD3-749B-B4F455D3334D}"/>
              </a:ext>
            </a:extLst>
          </p:cNvPr>
          <p:cNvSpPr txBox="1"/>
          <p:nvPr/>
        </p:nvSpPr>
        <p:spPr>
          <a:xfrm>
            <a:off x="971481" y="5225796"/>
            <a:ext cx="1078992" cy="164592"/>
          </a:xfrm>
          <a:prstGeom prst="rect">
            <a:avLst/>
          </a:prstGeom>
          <a:noFill/>
          <a:ln>
            <a:noFill/>
          </a:ln>
        </p:spPr>
        <p:txBody>
          <a:bodyPr wrap="square" lIns="45720" rIns="45720">
            <a:spAutoFit/>
          </a:bodyPr>
          <a:lstStyle/>
          <a:p>
            <a:pPr algn="l"/>
            <a:r>
              <a:rPr sz="1120" b="1" dirty="0">
                <a:solidFill>
                  <a:srgbClr val="0D9488"/>
                </a:solidFill>
                <a:latin typeface="Microsoft YaHei"/>
              </a:rPr>
              <a:t>阶段2 </a:t>
            </a:r>
            <a:r>
              <a:rPr sz="1120" b="1" dirty="0" err="1">
                <a:solidFill>
                  <a:srgbClr val="0D9488"/>
                </a:solidFill>
                <a:latin typeface="Microsoft YaHei"/>
              </a:rPr>
              <a:t>机构推广</a:t>
            </a:r>
            <a:endParaRPr sz="1120" b="1" dirty="0">
              <a:solidFill>
                <a:srgbClr val="0D9488"/>
              </a:solidFill>
              <a:latin typeface="Microsoft YaHei"/>
            </a:endParaRPr>
          </a:p>
        </p:txBody>
      </p:sp>
      <p:sp>
        <p:nvSpPr>
          <p:cNvPr id="14" name="TextBox 18">
            <a:extLst>
              <a:ext uri="{FF2B5EF4-FFF2-40B4-BE49-F238E27FC236}">
                <a16:creationId xmlns:a16="http://schemas.microsoft.com/office/drawing/2014/main" id="{080A46EB-9C15-A7D9-4B0A-F17D158D4A78}"/>
              </a:ext>
            </a:extLst>
          </p:cNvPr>
          <p:cNvSpPr txBox="1"/>
          <p:nvPr/>
        </p:nvSpPr>
        <p:spPr>
          <a:xfrm>
            <a:off x="2251642" y="5193792"/>
            <a:ext cx="1874519" cy="415498"/>
          </a:xfrm>
          <a:prstGeom prst="rect">
            <a:avLst/>
          </a:prstGeom>
          <a:noFill/>
          <a:ln>
            <a:noFill/>
          </a:ln>
        </p:spPr>
        <p:txBody>
          <a:bodyPr wrap="square" lIns="45720" rIns="45720">
            <a:spAutoFit/>
          </a:bodyPr>
          <a:lstStyle/>
          <a:p>
            <a:pPr algn="l"/>
            <a:r>
              <a:rPr sz="1050" b="1" dirty="0" err="1">
                <a:solidFill>
                  <a:srgbClr val="1F2937"/>
                </a:solidFill>
                <a:latin typeface="Microsoft YaHei"/>
              </a:rPr>
              <a:t>特殊教育学校、残联辅具适配</a:t>
            </a:r>
            <a:r>
              <a:rPr sz="1050" b="1" dirty="0">
                <a:solidFill>
                  <a:srgbClr val="1F2937"/>
                </a:solidFill>
                <a:latin typeface="Microsoft YaHei"/>
              </a:rPr>
              <a:t>
</a:t>
            </a:r>
            <a:r>
              <a:rPr sz="1050" b="1" dirty="0" err="1">
                <a:solidFill>
                  <a:srgbClr val="1F2937"/>
                </a:solidFill>
                <a:latin typeface="Microsoft YaHei"/>
              </a:rPr>
              <a:t>社区服务中心、公益组织</a:t>
            </a:r>
            <a:endParaRPr sz="1050" b="1" dirty="0">
              <a:solidFill>
                <a:srgbClr val="1F2937"/>
              </a:solidFill>
              <a:latin typeface="Microsoft YaHei"/>
            </a:endParaRPr>
          </a:p>
        </p:txBody>
      </p:sp>
      <p:sp>
        <p:nvSpPr>
          <p:cNvPr id="15" name="Down Arrow 19">
            <a:extLst>
              <a:ext uri="{FF2B5EF4-FFF2-40B4-BE49-F238E27FC236}">
                <a16:creationId xmlns:a16="http://schemas.microsoft.com/office/drawing/2014/main" id="{1A8D8A25-0144-A69E-548D-60F99E72FA17}"/>
              </a:ext>
            </a:extLst>
          </p:cNvPr>
          <p:cNvSpPr/>
          <p:nvPr/>
        </p:nvSpPr>
        <p:spPr>
          <a:xfrm>
            <a:off x="2306504" y="5696712"/>
            <a:ext cx="256032" cy="109728"/>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20">
            <a:extLst>
              <a:ext uri="{FF2B5EF4-FFF2-40B4-BE49-F238E27FC236}">
                <a16:creationId xmlns:a16="http://schemas.microsoft.com/office/drawing/2014/main" id="{2843015B-9107-E30E-B8F3-ACE08C8DFE16}"/>
              </a:ext>
            </a:extLst>
          </p:cNvPr>
          <p:cNvSpPr/>
          <p:nvPr/>
        </p:nvSpPr>
        <p:spPr>
          <a:xfrm>
            <a:off x="880041" y="5870448"/>
            <a:ext cx="3246120" cy="557784"/>
          </a:xfrm>
          <a:prstGeom prst="roundRect">
            <a:avLst>
              <a:gd name="adj" fmla="val 6000"/>
            </a:avLst>
          </a:prstGeom>
          <a:solidFill>
            <a:srgbClr val="FFEDD5"/>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1">
            <a:extLst>
              <a:ext uri="{FF2B5EF4-FFF2-40B4-BE49-F238E27FC236}">
                <a16:creationId xmlns:a16="http://schemas.microsoft.com/office/drawing/2014/main" id="{350AABFF-E994-33B8-48BE-CE8FBCDD06B8}"/>
              </a:ext>
            </a:extLst>
          </p:cNvPr>
          <p:cNvSpPr txBox="1"/>
          <p:nvPr/>
        </p:nvSpPr>
        <p:spPr>
          <a:xfrm>
            <a:off x="934905" y="5989551"/>
            <a:ext cx="1078992" cy="164592"/>
          </a:xfrm>
          <a:prstGeom prst="rect">
            <a:avLst/>
          </a:prstGeom>
          <a:noFill/>
          <a:ln>
            <a:noFill/>
          </a:ln>
        </p:spPr>
        <p:txBody>
          <a:bodyPr wrap="square" lIns="45720" rIns="45720">
            <a:spAutoFit/>
          </a:bodyPr>
          <a:lstStyle/>
          <a:p>
            <a:pPr algn="l"/>
            <a:r>
              <a:rPr sz="1120" b="1" dirty="0">
                <a:solidFill>
                  <a:srgbClr val="F59E0B"/>
                </a:solidFill>
                <a:latin typeface="Microsoft YaHei"/>
              </a:rPr>
              <a:t>阶段3 </a:t>
            </a:r>
            <a:r>
              <a:rPr sz="1120" b="1" dirty="0" err="1">
                <a:solidFill>
                  <a:srgbClr val="F59E0B"/>
                </a:solidFill>
                <a:latin typeface="Microsoft YaHei"/>
              </a:rPr>
              <a:t>市场拓展</a:t>
            </a:r>
            <a:endParaRPr sz="1120" b="1" dirty="0">
              <a:solidFill>
                <a:srgbClr val="F59E0B"/>
              </a:solidFill>
              <a:latin typeface="Microsoft YaHei"/>
            </a:endParaRPr>
          </a:p>
        </p:txBody>
      </p:sp>
      <p:sp>
        <p:nvSpPr>
          <p:cNvPr id="18" name="TextBox 22">
            <a:extLst>
              <a:ext uri="{FF2B5EF4-FFF2-40B4-BE49-F238E27FC236}">
                <a16:creationId xmlns:a16="http://schemas.microsoft.com/office/drawing/2014/main" id="{BD496C12-EA10-7590-9381-50849F32715D}"/>
              </a:ext>
            </a:extLst>
          </p:cNvPr>
          <p:cNvSpPr txBox="1"/>
          <p:nvPr/>
        </p:nvSpPr>
        <p:spPr>
          <a:xfrm>
            <a:off x="2306504" y="5941591"/>
            <a:ext cx="1874519" cy="415498"/>
          </a:xfrm>
          <a:prstGeom prst="rect">
            <a:avLst/>
          </a:prstGeom>
          <a:noFill/>
          <a:ln>
            <a:noFill/>
          </a:ln>
        </p:spPr>
        <p:txBody>
          <a:bodyPr wrap="square" lIns="45720" rIns="45720">
            <a:spAutoFit/>
          </a:bodyPr>
          <a:lstStyle/>
          <a:p>
            <a:pPr algn="l"/>
            <a:r>
              <a:rPr sz="1050" b="1" dirty="0" err="1">
                <a:solidFill>
                  <a:srgbClr val="1F2937"/>
                </a:solidFill>
                <a:latin typeface="Microsoft YaHei"/>
              </a:rPr>
              <a:t>个人用户</a:t>
            </a:r>
            <a:r>
              <a:rPr sz="1050" b="1" dirty="0">
                <a:solidFill>
                  <a:srgbClr val="1F2937"/>
                </a:solidFill>
                <a:latin typeface="Microsoft YaHei"/>
              </a:rPr>
              <a:t> + </a:t>
            </a:r>
            <a:r>
              <a:rPr sz="1050" b="1" dirty="0" err="1">
                <a:solidFill>
                  <a:srgbClr val="1F2937"/>
                </a:solidFill>
                <a:latin typeface="Microsoft YaHei"/>
              </a:rPr>
              <a:t>公共服务场景</a:t>
            </a:r>
            <a:r>
              <a:rPr sz="1050" b="1" dirty="0">
                <a:solidFill>
                  <a:srgbClr val="1F2937"/>
                </a:solidFill>
                <a:latin typeface="Microsoft YaHei"/>
              </a:rPr>
              <a:t>
</a:t>
            </a:r>
            <a:r>
              <a:rPr sz="1050" b="1" dirty="0" err="1">
                <a:solidFill>
                  <a:srgbClr val="1F2937"/>
                </a:solidFill>
                <a:latin typeface="Microsoft YaHei"/>
              </a:rPr>
              <a:t>线上传播</a:t>
            </a:r>
            <a:r>
              <a:rPr sz="1050" b="1" dirty="0">
                <a:solidFill>
                  <a:srgbClr val="1F2937"/>
                </a:solidFill>
                <a:latin typeface="Microsoft YaHei"/>
              </a:rPr>
              <a:t> + </a:t>
            </a:r>
            <a:r>
              <a:rPr sz="1050" b="1" dirty="0" err="1">
                <a:solidFill>
                  <a:srgbClr val="1F2937"/>
                </a:solidFill>
                <a:latin typeface="Microsoft YaHei"/>
              </a:rPr>
              <a:t>线下体验</a:t>
            </a:r>
            <a:endParaRPr sz="1050" b="1" dirty="0">
              <a:solidFill>
                <a:srgbClr val="1F2937"/>
              </a:solidFill>
              <a:latin typeface="Microsoft YaHei"/>
            </a:endParaRPr>
          </a:p>
        </p:txBody>
      </p:sp>
      <p:sp>
        <p:nvSpPr>
          <p:cNvPr id="41" name="Rounded Rectangle 24">
            <a:extLst>
              <a:ext uri="{FF2B5EF4-FFF2-40B4-BE49-F238E27FC236}">
                <a16:creationId xmlns:a16="http://schemas.microsoft.com/office/drawing/2014/main" id="{01084762-AD07-5464-B502-2AA41B87BF4D}"/>
              </a:ext>
            </a:extLst>
          </p:cNvPr>
          <p:cNvSpPr/>
          <p:nvPr/>
        </p:nvSpPr>
        <p:spPr>
          <a:xfrm>
            <a:off x="4807389" y="1473836"/>
            <a:ext cx="1572768" cy="310896"/>
          </a:xfrm>
          <a:prstGeom prst="roundRect">
            <a:avLst>
              <a:gd name="adj" fmla="val 30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Microsoft YaHei"/>
              </a:rPr>
              <a:t>资源支撑</a:t>
            </a:r>
          </a:p>
        </p:txBody>
      </p:sp>
      <p:sp>
        <p:nvSpPr>
          <p:cNvPr id="42" name="TextBox 25">
            <a:extLst>
              <a:ext uri="{FF2B5EF4-FFF2-40B4-BE49-F238E27FC236}">
                <a16:creationId xmlns:a16="http://schemas.microsoft.com/office/drawing/2014/main" id="{F4D52FA1-207B-6558-6E3C-ADE1588C3D26}"/>
              </a:ext>
            </a:extLst>
          </p:cNvPr>
          <p:cNvSpPr txBox="1"/>
          <p:nvPr/>
        </p:nvSpPr>
        <p:spPr>
          <a:xfrm>
            <a:off x="4862253" y="1839596"/>
            <a:ext cx="3017520" cy="301752"/>
          </a:xfrm>
          <a:prstGeom prst="rect">
            <a:avLst/>
          </a:prstGeom>
          <a:noFill/>
          <a:ln>
            <a:noFill/>
          </a:ln>
        </p:spPr>
        <p:txBody>
          <a:bodyPr wrap="square" lIns="45720" rIns="45720">
            <a:spAutoFit/>
          </a:bodyPr>
          <a:lstStyle/>
          <a:p>
            <a:pPr algn="l"/>
            <a:r>
              <a:rPr sz="1200" b="1">
                <a:solidFill>
                  <a:srgbClr val="1F2937"/>
                </a:solidFill>
                <a:latin typeface="Microsoft YaHei"/>
              </a:rPr>
              <a:t>整合导师、实验室、平台、合作机构等多方资源</a:t>
            </a:r>
          </a:p>
        </p:txBody>
      </p:sp>
      <p:sp>
        <p:nvSpPr>
          <p:cNvPr id="43" name="Rounded Rectangle 26">
            <a:extLst>
              <a:ext uri="{FF2B5EF4-FFF2-40B4-BE49-F238E27FC236}">
                <a16:creationId xmlns:a16="http://schemas.microsoft.com/office/drawing/2014/main" id="{1E94A10B-8E92-7710-7FC8-337B3F0B3C0F}"/>
              </a:ext>
            </a:extLst>
          </p:cNvPr>
          <p:cNvSpPr/>
          <p:nvPr/>
        </p:nvSpPr>
        <p:spPr>
          <a:xfrm>
            <a:off x="4862253" y="2278507"/>
            <a:ext cx="1572768" cy="822960"/>
          </a:xfrm>
          <a:prstGeom prst="roundRect">
            <a:avLst>
              <a:gd name="adj" fmla="val 6000"/>
            </a:avLst>
          </a:prstGeom>
          <a:solidFill>
            <a:srgbClr val="DCFCE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4" name="TextBox 27">
            <a:extLst>
              <a:ext uri="{FF2B5EF4-FFF2-40B4-BE49-F238E27FC236}">
                <a16:creationId xmlns:a16="http://schemas.microsoft.com/office/drawing/2014/main" id="{4F544BD1-3ECF-D53F-FA3E-09F0C7B96E50}"/>
              </a:ext>
            </a:extLst>
          </p:cNvPr>
          <p:cNvSpPr txBox="1"/>
          <p:nvPr/>
        </p:nvSpPr>
        <p:spPr>
          <a:xfrm>
            <a:off x="4935405" y="2369948"/>
            <a:ext cx="1426464" cy="307777"/>
          </a:xfrm>
          <a:prstGeom prst="rect">
            <a:avLst/>
          </a:prstGeom>
          <a:noFill/>
          <a:ln>
            <a:noFill/>
          </a:ln>
        </p:spPr>
        <p:txBody>
          <a:bodyPr wrap="square" lIns="45720" rIns="45720">
            <a:spAutoFit/>
          </a:bodyPr>
          <a:lstStyle/>
          <a:p>
            <a:pPr algn="ctr"/>
            <a:r>
              <a:rPr sz="1400" b="1">
                <a:solidFill>
                  <a:srgbClr val="10B981"/>
                </a:solidFill>
                <a:latin typeface="Microsoft YaHei"/>
              </a:rPr>
              <a:t>导师指导</a:t>
            </a:r>
          </a:p>
        </p:txBody>
      </p:sp>
      <p:sp>
        <p:nvSpPr>
          <p:cNvPr id="45" name="TextBox 28">
            <a:extLst>
              <a:ext uri="{FF2B5EF4-FFF2-40B4-BE49-F238E27FC236}">
                <a16:creationId xmlns:a16="http://schemas.microsoft.com/office/drawing/2014/main" id="{70558250-BAC8-C2AF-AED4-FCEACB54913F}"/>
              </a:ext>
            </a:extLst>
          </p:cNvPr>
          <p:cNvSpPr txBox="1"/>
          <p:nvPr/>
        </p:nvSpPr>
        <p:spPr>
          <a:xfrm>
            <a:off x="4935405" y="2625979"/>
            <a:ext cx="1426464" cy="430887"/>
          </a:xfrm>
          <a:prstGeom prst="rect">
            <a:avLst/>
          </a:prstGeom>
          <a:noFill/>
          <a:ln>
            <a:noFill/>
          </a:ln>
        </p:spPr>
        <p:txBody>
          <a:bodyPr wrap="square" lIns="45720" rIns="45720">
            <a:spAutoFit/>
          </a:bodyPr>
          <a:lstStyle/>
          <a:p>
            <a:pPr algn="ctr"/>
            <a:r>
              <a:rPr sz="1100" b="0" dirty="0" err="1">
                <a:solidFill>
                  <a:srgbClr val="1F2937"/>
                </a:solidFill>
                <a:latin typeface="Microsoft YaHei"/>
              </a:rPr>
              <a:t>技术路线</a:t>
            </a:r>
            <a:r>
              <a:rPr sz="1100" b="0" dirty="0">
                <a:solidFill>
                  <a:srgbClr val="1F2937"/>
                </a:solidFill>
                <a:latin typeface="Microsoft YaHei"/>
              </a:rPr>
              <a:t>
</a:t>
            </a:r>
            <a:r>
              <a:rPr sz="1100" b="0" dirty="0" err="1">
                <a:solidFill>
                  <a:srgbClr val="1F2937"/>
                </a:solidFill>
                <a:latin typeface="Microsoft YaHei"/>
              </a:rPr>
              <a:t>方案把关</a:t>
            </a:r>
            <a:endParaRPr sz="1100" b="0" dirty="0">
              <a:solidFill>
                <a:srgbClr val="1F2937"/>
              </a:solidFill>
              <a:latin typeface="Microsoft YaHei"/>
            </a:endParaRPr>
          </a:p>
        </p:txBody>
      </p:sp>
      <p:sp>
        <p:nvSpPr>
          <p:cNvPr id="46" name="Rounded Rectangle 29">
            <a:extLst>
              <a:ext uri="{FF2B5EF4-FFF2-40B4-BE49-F238E27FC236}">
                <a16:creationId xmlns:a16="http://schemas.microsoft.com/office/drawing/2014/main" id="{245C9A45-02C3-F238-C065-A838A151F915}"/>
              </a:ext>
            </a:extLst>
          </p:cNvPr>
          <p:cNvSpPr/>
          <p:nvPr/>
        </p:nvSpPr>
        <p:spPr>
          <a:xfrm>
            <a:off x="6599613" y="2278507"/>
            <a:ext cx="1572768" cy="822960"/>
          </a:xfrm>
          <a:prstGeom prst="roundRect">
            <a:avLst>
              <a:gd name="adj" fmla="val 6000"/>
            </a:avLst>
          </a:prstGeom>
          <a:solidFill>
            <a:srgbClr val="ECFE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30">
            <a:extLst>
              <a:ext uri="{FF2B5EF4-FFF2-40B4-BE49-F238E27FC236}">
                <a16:creationId xmlns:a16="http://schemas.microsoft.com/office/drawing/2014/main" id="{80115404-B264-92BE-1FD5-FB9C496178C6}"/>
              </a:ext>
            </a:extLst>
          </p:cNvPr>
          <p:cNvSpPr txBox="1"/>
          <p:nvPr/>
        </p:nvSpPr>
        <p:spPr>
          <a:xfrm>
            <a:off x="6672765" y="2369948"/>
            <a:ext cx="1426464" cy="307777"/>
          </a:xfrm>
          <a:prstGeom prst="rect">
            <a:avLst/>
          </a:prstGeom>
          <a:noFill/>
          <a:ln>
            <a:noFill/>
          </a:ln>
        </p:spPr>
        <p:txBody>
          <a:bodyPr wrap="square" lIns="45720" rIns="45720">
            <a:spAutoFit/>
          </a:bodyPr>
          <a:lstStyle/>
          <a:p>
            <a:pPr algn="ctr"/>
            <a:r>
              <a:rPr sz="1400" b="1">
                <a:solidFill>
                  <a:srgbClr val="0891B2"/>
                </a:solidFill>
                <a:latin typeface="Microsoft YaHei"/>
              </a:rPr>
              <a:t>实验平台</a:t>
            </a:r>
          </a:p>
        </p:txBody>
      </p:sp>
      <p:sp>
        <p:nvSpPr>
          <p:cNvPr id="48" name="TextBox 31">
            <a:extLst>
              <a:ext uri="{FF2B5EF4-FFF2-40B4-BE49-F238E27FC236}">
                <a16:creationId xmlns:a16="http://schemas.microsoft.com/office/drawing/2014/main" id="{53820917-A1C9-9623-928A-C7EA961D54C1}"/>
              </a:ext>
            </a:extLst>
          </p:cNvPr>
          <p:cNvSpPr txBox="1"/>
          <p:nvPr/>
        </p:nvSpPr>
        <p:spPr>
          <a:xfrm>
            <a:off x="6672765" y="2625979"/>
            <a:ext cx="1426464" cy="430887"/>
          </a:xfrm>
          <a:prstGeom prst="rect">
            <a:avLst/>
          </a:prstGeom>
          <a:noFill/>
          <a:ln>
            <a:noFill/>
          </a:ln>
        </p:spPr>
        <p:txBody>
          <a:bodyPr wrap="square" lIns="45720" rIns="45720">
            <a:spAutoFit/>
          </a:bodyPr>
          <a:lstStyle/>
          <a:p>
            <a:pPr algn="ctr"/>
            <a:r>
              <a:rPr sz="1100" b="0">
                <a:solidFill>
                  <a:srgbClr val="1F2937"/>
                </a:solidFill>
                <a:latin typeface="Microsoft YaHei"/>
              </a:rPr>
              <a:t>传感器调试
样机开发</a:t>
            </a:r>
          </a:p>
        </p:txBody>
      </p:sp>
      <p:sp>
        <p:nvSpPr>
          <p:cNvPr id="49" name="Rounded Rectangle 32">
            <a:extLst>
              <a:ext uri="{FF2B5EF4-FFF2-40B4-BE49-F238E27FC236}">
                <a16:creationId xmlns:a16="http://schemas.microsoft.com/office/drawing/2014/main" id="{BF560C9F-FCE9-6ACD-6380-6D45A3B3CEC4}"/>
              </a:ext>
            </a:extLst>
          </p:cNvPr>
          <p:cNvSpPr/>
          <p:nvPr/>
        </p:nvSpPr>
        <p:spPr>
          <a:xfrm>
            <a:off x="4862253" y="3302636"/>
            <a:ext cx="1572768" cy="822960"/>
          </a:xfrm>
          <a:prstGeom prst="roundRect">
            <a:avLst>
              <a:gd name="adj" fmla="val 6000"/>
            </a:avLst>
          </a:prstGeom>
          <a:solidFill>
            <a:srgbClr val="F5F3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33">
            <a:extLst>
              <a:ext uri="{FF2B5EF4-FFF2-40B4-BE49-F238E27FC236}">
                <a16:creationId xmlns:a16="http://schemas.microsoft.com/office/drawing/2014/main" id="{CEDC5FA3-0680-91AA-30C4-0567517CA6E4}"/>
              </a:ext>
            </a:extLst>
          </p:cNvPr>
          <p:cNvSpPr txBox="1"/>
          <p:nvPr/>
        </p:nvSpPr>
        <p:spPr>
          <a:xfrm>
            <a:off x="4935405" y="3394076"/>
            <a:ext cx="1426464" cy="307777"/>
          </a:xfrm>
          <a:prstGeom prst="rect">
            <a:avLst/>
          </a:prstGeom>
          <a:noFill/>
          <a:ln>
            <a:noFill/>
          </a:ln>
        </p:spPr>
        <p:txBody>
          <a:bodyPr wrap="square" lIns="45720" rIns="45720">
            <a:spAutoFit/>
          </a:bodyPr>
          <a:lstStyle/>
          <a:p>
            <a:pPr algn="ctr"/>
            <a:r>
              <a:rPr sz="1400" b="1">
                <a:solidFill>
                  <a:srgbClr val="7C3AED"/>
                </a:solidFill>
                <a:latin typeface="Microsoft YaHei"/>
              </a:rPr>
              <a:t>创新创业平台</a:t>
            </a:r>
          </a:p>
        </p:txBody>
      </p:sp>
      <p:sp>
        <p:nvSpPr>
          <p:cNvPr id="51" name="TextBox 34">
            <a:extLst>
              <a:ext uri="{FF2B5EF4-FFF2-40B4-BE49-F238E27FC236}">
                <a16:creationId xmlns:a16="http://schemas.microsoft.com/office/drawing/2014/main" id="{810B7565-8312-B6A0-5625-5EE4D4DAF0F7}"/>
              </a:ext>
            </a:extLst>
          </p:cNvPr>
          <p:cNvSpPr txBox="1"/>
          <p:nvPr/>
        </p:nvSpPr>
        <p:spPr>
          <a:xfrm>
            <a:off x="4935405" y="3650108"/>
            <a:ext cx="1426464" cy="430887"/>
          </a:xfrm>
          <a:prstGeom prst="rect">
            <a:avLst/>
          </a:prstGeom>
          <a:noFill/>
          <a:ln>
            <a:noFill/>
          </a:ln>
        </p:spPr>
        <p:txBody>
          <a:bodyPr wrap="square" lIns="45720" rIns="45720">
            <a:spAutoFit/>
          </a:bodyPr>
          <a:lstStyle/>
          <a:p>
            <a:pPr algn="ctr"/>
            <a:r>
              <a:rPr sz="1100" b="0">
                <a:solidFill>
                  <a:srgbClr val="1F2937"/>
                </a:solidFill>
                <a:latin typeface="Microsoft YaHei"/>
              </a:rPr>
              <a:t>竞赛辅导
路演展示</a:t>
            </a:r>
          </a:p>
        </p:txBody>
      </p:sp>
      <p:sp>
        <p:nvSpPr>
          <p:cNvPr id="52" name="Rounded Rectangle 35">
            <a:extLst>
              <a:ext uri="{FF2B5EF4-FFF2-40B4-BE49-F238E27FC236}">
                <a16:creationId xmlns:a16="http://schemas.microsoft.com/office/drawing/2014/main" id="{B94AC57A-31F9-4BFF-D7B7-21844BAFBF03}"/>
              </a:ext>
            </a:extLst>
          </p:cNvPr>
          <p:cNvSpPr/>
          <p:nvPr/>
        </p:nvSpPr>
        <p:spPr>
          <a:xfrm>
            <a:off x="6599613" y="3302636"/>
            <a:ext cx="1572768" cy="822960"/>
          </a:xfrm>
          <a:prstGeom prst="roundRect">
            <a:avLst>
              <a:gd name="adj" fmla="val 6000"/>
            </a:avLst>
          </a:prstGeom>
          <a:solidFill>
            <a:srgbClr val="FFF7E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36">
            <a:extLst>
              <a:ext uri="{FF2B5EF4-FFF2-40B4-BE49-F238E27FC236}">
                <a16:creationId xmlns:a16="http://schemas.microsoft.com/office/drawing/2014/main" id="{CF2A8967-B538-DCB4-A091-36A9401D48C3}"/>
              </a:ext>
            </a:extLst>
          </p:cNvPr>
          <p:cNvSpPr txBox="1"/>
          <p:nvPr/>
        </p:nvSpPr>
        <p:spPr>
          <a:xfrm>
            <a:off x="6672765" y="3394076"/>
            <a:ext cx="1426464" cy="307777"/>
          </a:xfrm>
          <a:prstGeom prst="rect">
            <a:avLst/>
          </a:prstGeom>
          <a:noFill/>
          <a:ln>
            <a:noFill/>
          </a:ln>
        </p:spPr>
        <p:txBody>
          <a:bodyPr wrap="square" lIns="45720" rIns="45720">
            <a:spAutoFit/>
          </a:bodyPr>
          <a:lstStyle/>
          <a:p>
            <a:pPr algn="ctr"/>
            <a:r>
              <a:rPr sz="1400" b="1">
                <a:solidFill>
                  <a:srgbClr val="F59E0B"/>
                </a:solidFill>
                <a:latin typeface="Microsoft YaHei"/>
              </a:rPr>
              <a:t>公益助残资源</a:t>
            </a:r>
          </a:p>
        </p:txBody>
      </p:sp>
      <p:sp>
        <p:nvSpPr>
          <p:cNvPr id="54" name="TextBox 37">
            <a:extLst>
              <a:ext uri="{FF2B5EF4-FFF2-40B4-BE49-F238E27FC236}">
                <a16:creationId xmlns:a16="http://schemas.microsoft.com/office/drawing/2014/main" id="{DF871490-C9E2-4008-AF79-E0252E0ACC63}"/>
              </a:ext>
            </a:extLst>
          </p:cNvPr>
          <p:cNvSpPr txBox="1"/>
          <p:nvPr/>
        </p:nvSpPr>
        <p:spPr>
          <a:xfrm>
            <a:off x="6672765" y="3650108"/>
            <a:ext cx="1426464" cy="430887"/>
          </a:xfrm>
          <a:prstGeom prst="rect">
            <a:avLst/>
          </a:prstGeom>
          <a:noFill/>
          <a:ln>
            <a:noFill/>
          </a:ln>
        </p:spPr>
        <p:txBody>
          <a:bodyPr wrap="square" lIns="45720" rIns="45720">
            <a:spAutoFit/>
          </a:bodyPr>
          <a:lstStyle/>
          <a:p>
            <a:pPr algn="ctr"/>
            <a:r>
              <a:rPr sz="1100" b="0">
                <a:solidFill>
                  <a:srgbClr val="1F2937"/>
                </a:solidFill>
                <a:latin typeface="Microsoft YaHei"/>
              </a:rPr>
              <a:t>用户访谈
试点测试</a:t>
            </a:r>
          </a:p>
        </p:txBody>
      </p:sp>
      <p:sp>
        <p:nvSpPr>
          <p:cNvPr id="55" name="Rounded Rectangle 38">
            <a:extLst>
              <a:ext uri="{FF2B5EF4-FFF2-40B4-BE49-F238E27FC236}">
                <a16:creationId xmlns:a16="http://schemas.microsoft.com/office/drawing/2014/main" id="{0F9B926C-EB64-E74C-6415-47DB7B89F064}"/>
              </a:ext>
            </a:extLst>
          </p:cNvPr>
          <p:cNvSpPr/>
          <p:nvPr/>
        </p:nvSpPr>
        <p:spPr>
          <a:xfrm>
            <a:off x="4862253" y="4326763"/>
            <a:ext cx="1572768" cy="822960"/>
          </a:xfrm>
          <a:prstGeom prst="roundRect">
            <a:avLst>
              <a:gd name="adj" fmla="val 6000"/>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6" name="TextBox 39">
            <a:extLst>
              <a:ext uri="{FF2B5EF4-FFF2-40B4-BE49-F238E27FC236}">
                <a16:creationId xmlns:a16="http://schemas.microsoft.com/office/drawing/2014/main" id="{D7409D6A-3F04-E347-8300-7C9846B9B759}"/>
              </a:ext>
            </a:extLst>
          </p:cNvPr>
          <p:cNvSpPr txBox="1"/>
          <p:nvPr/>
        </p:nvSpPr>
        <p:spPr>
          <a:xfrm>
            <a:off x="4935405" y="4418203"/>
            <a:ext cx="1426464" cy="307777"/>
          </a:xfrm>
          <a:prstGeom prst="rect">
            <a:avLst/>
          </a:prstGeom>
          <a:noFill/>
          <a:ln>
            <a:noFill/>
          </a:ln>
        </p:spPr>
        <p:txBody>
          <a:bodyPr wrap="square" lIns="45720" rIns="45720">
            <a:spAutoFit/>
          </a:bodyPr>
          <a:lstStyle/>
          <a:p>
            <a:pPr algn="ctr"/>
            <a:r>
              <a:rPr sz="1400" b="1">
                <a:solidFill>
                  <a:srgbClr val="1D4ED8"/>
                </a:solidFill>
                <a:latin typeface="Microsoft YaHei"/>
              </a:rPr>
              <a:t>校企合作</a:t>
            </a:r>
          </a:p>
        </p:txBody>
      </p:sp>
      <p:sp>
        <p:nvSpPr>
          <p:cNvPr id="57" name="TextBox 40">
            <a:extLst>
              <a:ext uri="{FF2B5EF4-FFF2-40B4-BE49-F238E27FC236}">
                <a16:creationId xmlns:a16="http://schemas.microsoft.com/office/drawing/2014/main" id="{FD309223-90E5-9568-1B5F-AE9ECF21FA4C}"/>
              </a:ext>
            </a:extLst>
          </p:cNvPr>
          <p:cNvSpPr txBox="1"/>
          <p:nvPr/>
        </p:nvSpPr>
        <p:spPr>
          <a:xfrm>
            <a:off x="4935405" y="4674235"/>
            <a:ext cx="1426464" cy="430887"/>
          </a:xfrm>
          <a:prstGeom prst="rect">
            <a:avLst/>
          </a:prstGeom>
          <a:noFill/>
          <a:ln>
            <a:noFill/>
          </a:ln>
        </p:spPr>
        <p:txBody>
          <a:bodyPr wrap="square" lIns="45720" rIns="45720">
            <a:spAutoFit/>
          </a:bodyPr>
          <a:lstStyle/>
          <a:p>
            <a:pPr algn="ctr"/>
            <a:r>
              <a:rPr sz="1100" b="0">
                <a:solidFill>
                  <a:srgbClr val="1F2937"/>
                </a:solidFill>
                <a:latin typeface="Microsoft YaHei"/>
              </a:rPr>
              <a:t>器件支持
产业对接</a:t>
            </a:r>
          </a:p>
        </p:txBody>
      </p:sp>
      <p:sp>
        <p:nvSpPr>
          <p:cNvPr id="58" name="Rounded Rectangle 41">
            <a:extLst>
              <a:ext uri="{FF2B5EF4-FFF2-40B4-BE49-F238E27FC236}">
                <a16:creationId xmlns:a16="http://schemas.microsoft.com/office/drawing/2014/main" id="{A7C599E3-AAD7-70AE-BCDF-BDEE982E302E}"/>
              </a:ext>
            </a:extLst>
          </p:cNvPr>
          <p:cNvSpPr/>
          <p:nvPr/>
        </p:nvSpPr>
        <p:spPr>
          <a:xfrm>
            <a:off x="6599613" y="4326763"/>
            <a:ext cx="1572768" cy="822960"/>
          </a:xfrm>
          <a:prstGeom prst="roundRect">
            <a:avLst>
              <a:gd name="adj" fmla="val 6000"/>
            </a:avLst>
          </a:prstGeom>
          <a:solidFill>
            <a:srgbClr val="FEF2F2"/>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42">
            <a:extLst>
              <a:ext uri="{FF2B5EF4-FFF2-40B4-BE49-F238E27FC236}">
                <a16:creationId xmlns:a16="http://schemas.microsoft.com/office/drawing/2014/main" id="{E03705E8-58AF-4F66-1E59-A798ED9E6086}"/>
              </a:ext>
            </a:extLst>
          </p:cNvPr>
          <p:cNvSpPr txBox="1"/>
          <p:nvPr/>
        </p:nvSpPr>
        <p:spPr>
          <a:xfrm>
            <a:off x="6672765" y="4418203"/>
            <a:ext cx="1426464" cy="307777"/>
          </a:xfrm>
          <a:prstGeom prst="rect">
            <a:avLst/>
          </a:prstGeom>
          <a:noFill/>
          <a:ln>
            <a:noFill/>
          </a:ln>
        </p:spPr>
        <p:txBody>
          <a:bodyPr wrap="square" lIns="45720" rIns="45720">
            <a:spAutoFit/>
          </a:bodyPr>
          <a:lstStyle/>
          <a:p>
            <a:pPr algn="ctr"/>
            <a:r>
              <a:rPr sz="1400" b="1">
                <a:solidFill>
                  <a:srgbClr val="EF4444"/>
                </a:solidFill>
                <a:latin typeface="Microsoft YaHei"/>
              </a:rPr>
              <a:t>知识产权</a:t>
            </a:r>
          </a:p>
        </p:txBody>
      </p:sp>
      <p:sp>
        <p:nvSpPr>
          <p:cNvPr id="60" name="TextBox 43">
            <a:extLst>
              <a:ext uri="{FF2B5EF4-FFF2-40B4-BE49-F238E27FC236}">
                <a16:creationId xmlns:a16="http://schemas.microsoft.com/office/drawing/2014/main" id="{7913605A-A50A-F1C2-C635-7686DDBBF90C}"/>
              </a:ext>
            </a:extLst>
          </p:cNvPr>
          <p:cNvSpPr txBox="1"/>
          <p:nvPr/>
        </p:nvSpPr>
        <p:spPr>
          <a:xfrm>
            <a:off x="6672765" y="4674235"/>
            <a:ext cx="1426464" cy="430887"/>
          </a:xfrm>
          <a:prstGeom prst="rect">
            <a:avLst/>
          </a:prstGeom>
          <a:noFill/>
          <a:ln>
            <a:noFill/>
          </a:ln>
        </p:spPr>
        <p:txBody>
          <a:bodyPr wrap="square" lIns="45720" rIns="45720">
            <a:spAutoFit/>
          </a:bodyPr>
          <a:lstStyle/>
          <a:p>
            <a:pPr algn="ctr"/>
            <a:r>
              <a:rPr sz="1100" b="0" dirty="0" err="1">
                <a:solidFill>
                  <a:srgbClr val="1F2937"/>
                </a:solidFill>
                <a:latin typeface="Microsoft YaHei"/>
              </a:rPr>
              <a:t>软著专利</a:t>
            </a:r>
            <a:r>
              <a:rPr sz="1100" b="0" dirty="0">
                <a:solidFill>
                  <a:srgbClr val="1F2937"/>
                </a:solidFill>
                <a:latin typeface="Microsoft YaHei"/>
              </a:rPr>
              <a:t>
</a:t>
            </a:r>
            <a:r>
              <a:rPr sz="1100" b="0" dirty="0" err="1">
                <a:solidFill>
                  <a:srgbClr val="1F2937"/>
                </a:solidFill>
                <a:latin typeface="Microsoft YaHei"/>
              </a:rPr>
              <a:t>成果沉淀</a:t>
            </a:r>
            <a:endParaRPr sz="1100" b="0" dirty="0">
              <a:solidFill>
                <a:srgbClr val="1F2937"/>
              </a:solidFill>
              <a:latin typeface="Microsoft YaHei"/>
            </a:endParaRPr>
          </a:p>
        </p:txBody>
      </p:sp>
      <p:sp>
        <p:nvSpPr>
          <p:cNvPr id="61" name="TextBox 44">
            <a:extLst>
              <a:ext uri="{FF2B5EF4-FFF2-40B4-BE49-F238E27FC236}">
                <a16:creationId xmlns:a16="http://schemas.microsoft.com/office/drawing/2014/main" id="{1C8E6790-8A21-D23E-67C9-11B9CDCBEA92}"/>
              </a:ext>
            </a:extLst>
          </p:cNvPr>
          <p:cNvSpPr txBox="1"/>
          <p:nvPr/>
        </p:nvSpPr>
        <p:spPr>
          <a:xfrm>
            <a:off x="4994841" y="5634356"/>
            <a:ext cx="2880360" cy="830997"/>
          </a:xfrm>
          <a:prstGeom prst="rect">
            <a:avLst/>
          </a:prstGeom>
          <a:noFill/>
          <a:ln>
            <a:noFill/>
          </a:ln>
        </p:spPr>
        <p:txBody>
          <a:bodyPr wrap="square" lIns="45720" rIns="45720">
            <a:spAutoFit/>
          </a:bodyPr>
          <a:lstStyle/>
          <a:p>
            <a:pPr algn="l"/>
            <a:r>
              <a:rPr sz="1600" b="1" dirty="0" err="1">
                <a:solidFill>
                  <a:srgbClr val="1F2937"/>
                </a:solidFill>
                <a:latin typeface="Microsoft YaHei"/>
              </a:rPr>
              <a:t>资源目标：支撑核心模块验证、低成本样机开发、典型场景试点与后续成果申报</a:t>
            </a:r>
            <a:r>
              <a:rPr sz="1600" b="1" dirty="0">
                <a:solidFill>
                  <a:srgbClr val="1F2937"/>
                </a:solidFill>
                <a:latin typeface="Microsoft YaHei"/>
              </a:rPr>
              <a:t>。</a:t>
            </a:r>
          </a:p>
        </p:txBody>
      </p:sp>
      <p:sp>
        <p:nvSpPr>
          <p:cNvPr id="63" name="Rounded Rectangle 46">
            <a:extLst>
              <a:ext uri="{FF2B5EF4-FFF2-40B4-BE49-F238E27FC236}">
                <a16:creationId xmlns:a16="http://schemas.microsoft.com/office/drawing/2014/main" id="{649856C4-B9E1-96AD-BB0B-A8F8948AA43F}"/>
              </a:ext>
            </a:extLst>
          </p:cNvPr>
          <p:cNvSpPr/>
          <p:nvPr/>
        </p:nvSpPr>
        <p:spPr>
          <a:xfrm>
            <a:off x="8538141" y="1737360"/>
            <a:ext cx="1572768" cy="310896"/>
          </a:xfrm>
          <a:prstGeom prst="roundRect">
            <a:avLst>
              <a:gd name="adj" fmla="val 30000"/>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Microsoft YaHei"/>
              </a:rPr>
              <a:t>孵化路径</a:t>
            </a:r>
          </a:p>
        </p:txBody>
      </p:sp>
      <p:sp>
        <p:nvSpPr>
          <p:cNvPr id="64" name="TextBox 47">
            <a:extLst>
              <a:ext uri="{FF2B5EF4-FFF2-40B4-BE49-F238E27FC236}">
                <a16:creationId xmlns:a16="http://schemas.microsoft.com/office/drawing/2014/main" id="{AE3F083B-AE63-E293-FBC4-A6659F64D172}"/>
              </a:ext>
            </a:extLst>
          </p:cNvPr>
          <p:cNvSpPr txBox="1"/>
          <p:nvPr/>
        </p:nvSpPr>
        <p:spPr>
          <a:xfrm>
            <a:off x="8593005" y="2093975"/>
            <a:ext cx="3108960" cy="274320"/>
          </a:xfrm>
          <a:prstGeom prst="rect">
            <a:avLst/>
          </a:prstGeom>
          <a:noFill/>
          <a:ln>
            <a:noFill/>
          </a:ln>
        </p:spPr>
        <p:txBody>
          <a:bodyPr wrap="square" lIns="45720" rIns="45720">
            <a:spAutoFit/>
          </a:bodyPr>
          <a:lstStyle/>
          <a:p>
            <a:pPr algn="l"/>
            <a:r>
              <a:rPr sz="1200" b="1" dirty="0" err="1">
                <a:solidFill>
                  <a:srgbClr val="1F2937"/>
                </a:solidFill>
                <a:latin typeface="Microsoft YaHei"/>
              </a:rPr>
              <a:t>按照“验证</a:t>
            </a:r>
            <a:r>
              <a:rPr sz="1200" b="1" dirty="0">
                <a:solidFill>
                  <a:srgbClr val="1F2937"/>
                </a:solidFill>
                <a:latin typeface="Microsoft YaHei"/>
              </a:rPr>
              <a:t>—</a:t>
            </a:r>
            <a:r>
              <a:rPr sz="1200" b="1" dirty="0" err="1">
                <a:solidFill>
                  <a:srgbClr val="1F2937"/>
                </a:solidFill>
                <a:latin typeface="Microsoft YaHei"/>
              </a:rPr>
              <a:t>样机</a:t>
            </a:r>
            <a:r>
              <a:rPr sz="1200" b="1" dirty="0">
                <a:solidFill>
                  <a:srgbClr val="1F2937"/>
                </a:solidFill>
                <a:latin typeface="Microsoft YaHei"/>
              </a:rPr>
              <a:t>—</a:t>
            </a:r>
            <a:r>
              <a:rPr sz="1200" b="1" dirty="0" err="1">
                <a:solidFill>
                  <a:srgbClr val="1F2937"/>
                </a:solidFill>
                <a:latin typeface="Microsoft YaHei"/>
              </a:rPr>
              <a:t>试点</a:t>
            </a:r>
            <a:r>
              <a:rPr sz="1200" b="1" dirty="0">
                <a:solidFill>
                  <a:srgbClr val="1F2937"/>
                </a:solidFill>
                <a:latin typeface="Microsoft YaHei"/>
              </a:rPr>
              <a:t>—</a:t>
            </a:r>
            <a:r>
              <a:rPr sz="1200" b="1" dirty="0" err="1">
                <a:solidFill>
                  <a:srgbClr val="1F2937"/>
                </a:solidFill>
                <a:latin typeface="Microsoft YaHei"/>
              </a:rPr>
              <a:t>拓展”分阶段推进</a:t>
            </a:r>
            <a:endParaRPr sz="1200" b="1" dirty="0">
              <a:solidFill>
                <a:srgbClr val="1F2937"/>
              </a:solidFill>
              <a:latin typeface="Microsoft YaHei"/>
            </a:endParaRPr>
          </a:p>
        </p:txBody>
      </p:sp>
      <p:cxnSp>
        <p:nvCxnSpPr>
          <p:cNvPr id="65" name="Connector 48">
            <a:extLst>
              <a:ext uri="{FF2B5EF4-FFF2-40B4-BE49-F238E27FC236}">
                <a16:creationId xmlns:a16="http://schemas.microsoft.com/office/drawing/2014/main" id="{E0B8601A-B255-7267-ED26-4C27E17793D4}"/>
              </a:ext>
            </a:extLst>
          </p:cNvPr>
          <p:cNvCxnSpPr/>
          <p:nvPr/>
        </p:nvCxnSpPr>
        <p:spPr>
          <a:xfrm>
            <a:off x="8809644" y="3012948"/>
            <a:ext cx="0" cy="3163824"/>
          </a:xfrm>
          <a:prstGeom prst="line">
            <a:avLst/>
          </a:prstGeom>
          <a:ln w="25400">
            <a:solidFill>
              <a:srgbClr val="C4B5FD"/>
            </a:solidFill>
          </a:ln>
        </p:spPr>
        <p:style>
          <a:lnRef idx="2">
            <a:schemeClr val="accent1"/>
          </a:lnRef>
          <a:fillRef idx="0">
            <a:schemeClr val="accent1"/>
          </a:fillRef>
          <a:effectRef idx="1">
            <a:schemeClr val="accent1"/>
          </a:effectRef>
          <a:fontRef idx="minor">
            <a:schemeClr val="tx1"/>
          </a:fontRef>
        </p:style>
      </p:cxnSp>
      <p:sp>
        <p:nvSpPr>
          <p:cNvPr id="66" name="Oval 49">
            <a:extLst>
              <a:ext uri="{FF2B5EF4-FFF2-40B4-BE49-F238E27FC236}">
                <a16:creationId xmlns:a16="http://schemas.microsoft.com/office/drawing/2014/main" id="{5D5E2B9E-F051-28AB-D15F-ACBE0D100833}"/>
              </a:ext>
            </a:extLst>
          </p:cNvPr>
          <p:cNvSpPr/>
          <p:nvPr/>
        </p:nvSpPr>
        <p:spPr>
          <a:xfrm>
            <a:off x="8599332" y="2811780"/>
            <a:ext cx="420624" cy="420624"/>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t>1</a:t>
            </a:r>
            <a:endParaRPr sz="1600" b="1" dirty="0"/>
          </a:p>
        </p:txBody>
      </p:sp>
      <p:sp>
        <p:nvSpPr>
          <p:cNvPr id="67" name="TextBox 50">
            <a:extLst>
              <a:ext uri="{FF2B5EF4-FFF2-40B4-BE49-F238E27FC236}">
                <a16:creationId xmlns:a16="http://schemas.microsoft.com/office/drawing/2014/main" id="{BBAC3C93-B4DD-E6CF-6937-A22026E09E3C}"/>
              </a:ext>
            </a:extLst>
          </p:cNvPr>
          <p:cNvSpPr txBox="1"/>
          <p:nvPr/>
        </p:nvSpPr>
        <p:spPr>
          <a:xfrm>
            <a:off x="9166260" y="2793492"/>
            <a:ext cx="2651760" cy="164592"/>
          </a:xfrm>
          <a:prstGeom prst="rect">
            <a:avLst/>
          </a:prstGeom>
          <a:noFill/>
          <a:ln>
            <a:noFill/>
          </a:ln>
        </p:spPr>
        <p:txBody>
          <a:bodyPr wrap="square" lIns="45720" rIns="45720">
            <a:spAutoFit/>
          </a:bodyPr>
          <a:lstStyle/>
          <a:p>
            <a:pPr algn="l"/>
            <a:r>
              <a:rPr sz="1050" b="1">
                <a:solidFill>
                  <a:srgbClr val="1D4ED8"/>
                </a:solidFill>
                <a:latin typeface="Microsoft YaHei"/>
              </a:rPr>
              <a:t>01 概念验证</a:t>
            </a:r>
          </a:p>
        </p:txBody>
      </p:sp>
      <p:sp>
        <p:nvSpPr>
          <p:cNvPr id="68" name="TextBox 51">
            <a:extLst>
              <a:ext uri="{FF2B5EF4-FFF2-40B4-BE49-F238E27FC236}">
                <a16:creationId xmlns:a16="http://schemas.microsoft.com/office/drawing/2014/main" id="{2240D988-7F73-5054-D899-86F9BFBA4BDA}"/>
              </a:ext>
            </a:extLst>
          </p:cNvPr>
          <p:cNvSpPr txBox="1"/>
          <p:nvPr/>
        </p:nvSpPr>
        <p:spPr>
          <a:xfrm>
            <a:off x="9166260" y="2976372"/>
            <a:ext cx="2560320" cy="320040"/>
          </a:xfrm>
          <a:prstGeom prst="rect">
            <a:avLst/>
          </a:prstGeom>
          <a:noFill/>
          <a:ln>
            <a:noFill/>
          </a:ln>
        </p:spPr>
        <p:txBody>
          <a:bodyPr wrap="square" lIns="45720" rIns="45720">
            <a:spAutoFit/>
          </a:bodyPr>
          <a:lstStyle/>
          <a:p>
            <a:pPr algn="l"/>
            <a:r>
              <a:rPr sz="919" b="0" dirty="0" err="1">
                <a:solidFill>
                  <a:srgbClr val="1F2937"/>
                </a:solidFill>
                <a:latin typeface="Microsoft YaHei"/>
              </a:rPr>
              <a:t>完成需求分析、系统架构、功能流程与原理验证设计</a:t>
            </a:r>
            <a:r>
              <a:rPr sz="919" b="0" dirty="0">
                <a:solidFill>
                  <a:srgbClr val="1F2937"/>
                </a:solidFill>
                <a:latin typeface="Microsoft YaHei"/>
              </a:rPr>
              <a:t>。</a:t>
            </a:r>
          </a:p>
        </p:txBody>
      </p:sp>
      <p:sp>
        <p:nvSpPr>
          <p:cNvPr id="69" name="Oval 52">
            <a:extLst>
              <a:ext uri="{FF2B5EF4-FFF2-40B4-BE49-F238E27FC236}">
                <a16:creationId xmlns:a16="http://schemas.microsoft.com/office/drawing/2014/main" id="{FF87B5E8-2909-310C-DE74-A33B2CC562BF}"/>
              </a:ext>
            </a:extLst>
          </p:cNvPr>
          <p:cNvSpPr/>
          <p:nvPr/>
        </p:nvSpPr>
        <p:spPr>
          <a:xfrm>
            <a:off x="8599332" y="3607308"/>
            <a:ext cx="420624" cy="420624"/>
          </a:xfrm>
          <a:prstGeom prst="ellipse">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b="1" dirty="0"/>
              <a:t>2</a:t>
            </a:r>
          </a:p>
        </p:txBody>
      </p:sp>
      <p:sp>
        <p:nvSpPr>
          <p:cNvPr id="70" name="TextBox 53">
            <a:extLst>
              <a:ext uri="{FF2B5EF4-FFF2-40B4-BE49-F238E27FC236}">
                <a16:creationId xmlns:a16="http://schemas.microsoft.com/office/drawing/2014/main" id="{105A185C-ED0C-9271-FAF4-AB94C905FE9E}"/>
              </a:ext>
            </a:extLst>
          </p:cNvPr>
          <p:cNvSpPr txBox="1"/>
          <p:nvPr/>
        </p:nvSpPr>
        <p:spPr>
          <a:xfrm>
            <a:off x="9166260" y="3589020"/>
            <a:ext cx="2651760" cy="164592"/>
          </a:xfrm>
          <a:prstGeom prst="rect">
            <a:avLst/>
          </a:prstGeom>
          <a:noFill/>
          <a:ln>
            <a:noFill/>
          </a:ln>
        </p:spPr>
        <p:txBody>
          <a:bodyPr wrap="square" lIns="45720" rIns="45720">
            <a:spAutoFit/>
          </a:bodyPr>
          <a:lstStyle/>
          <a:p>
            <a:pPr algn="l"/>
            <a:r>
              <a:rPr sz="1050" b="1">
                <a:solidFill>
                  <a:srgbClr val="0D9488"/>
                </a:solidFill>
                <a:latin typeface="Microsoft YaHei"/>
              </a:rPr>
              <a:t>02 样机开发</a:t>
            </a:r>
          </a:p>
        </p:txBody>
      </p:sp>
      <p:sp>
        <p:nvSpPr>
          <p:cNvPr id="71" name="TextBox 54">
            <a:extLst>
              <a:ext uri="{FF2B5EF4-FFF2-40B4-BE49-F238E27FC236}">
                <a16:creationId xmlns:a16="http://schemas.microsoft.com/office/drawing/2014/main" id="{429FEAA7-BD84-F0EB-B02D-C986AC06979B}"/>
              </a:ext>
            </a:extLst>
          </p:cNvPr>
          <p:cNvSpPr txBox="1"/>
          <p:nvPr/>
        </p:nvSpPr>
        <p:spPr>
          <a:xfrm>
            <a:off x="9166260" y="3771900"/>
            <a:ext cx="2560320" cy="320040"/>
          </a:xfrm>
          <a:prstGeom prst="rect">
            <a:avLst/>
          </a:prstGeom>
          <a:noFill/>
          <a:ln>
            <a:noFill/>
          </a:ln>
        </p:spPr>
        <p:txBody>
          <a:bodyPr wrap="square" lIns="45720" rIns="45720">
            <a:spAutoFit/>
          </a:bodyPr>
          <a:lstStyle/>
          <a:p>
            <a:pPr algn="l"/>
            <a:r>
              <a:rPr sz="919" b="0">
                <a:solidFill>
                  <a:srgbClr val="1F2937"/>
                </a:solidFill>
                <a:latin typeface="Microsoft YaHei"/>
              </a:rPr>
              <a:t>搭建眼镜夹片、触觉反馈、骨传导语音与 App 联动样机。</a:t>
            </a:r>
          </a:p>
        </p:txBody>
      </p:sp>
      <p:sp>
        <p:nvSpPr>
          <p:cNvPr id="72" name="Oval 55">
            <a:extLst>
              <a:ext uri="{FF2B5EF4-FFF2-40B4-BE49-F238E27FC236}">
                <a16:creationId xmlns:a16="http://schemas.microsoft.com/office/drawing/2014/main" id="{52D3BA21-15B7-147C-EE24-FAD9815D02AF}"/>
              </a:ext>
            </a:extLst>
          </p:cNvPr>
          <p:cNvSpPr/>
          <p:nvPr/>
        </p:nvSpPr>
        <p:spPr>
          <a:xfrm>
            <a:off x="8599332" y="4402836"/>
            <a:ext cx="420624" cy="420624"/>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b="1" dirty="0"/>
              <a:t>3</a:t>
            </a:r>
          </a:p>
        </p:txBody>
      </p:sp>
      <p:sp>
        <p:nvSpPr>
          <p:cNvPr id="73" name="TextBox 56">
            <a:extLst>
              <a:ext uri="{FF2B5EF4-FFF2-40B4-BE49-F238E27FC236}">
                <a16:creationId xmlns:a16="http://schemas.microsoft.com/office/drawing/2014/main" id="{FBADAA80-FE4B-8177-DBB6-38A53BF25C9B}"/>
              </a:ext>
            </a:extLst>
          </p:cNvPr>
          <p:cNvSpPr txBox="1"/>
          <p:nvPr/>
        </p:nvSpPr>
        <p:spPr>
          <a:xfrm>
            <a:off x="9166260" y="4384548"/>
            <a:ext cx="2651760" cy="164592"/>
          </a:xfrm>
          <a:prstGeom prst="rect">
            <a:avLst/>
          </a:prstGeom>
          <a:noFill/>
          <a:ln>
            <a:noFill/>
          </a:ln>
        </p:spPr>
        <p:txBody>
          <a:bodyPr wrap="square" lIns="45720" rIns="45720">
            <a:spAutoFit/>
          </a:bodyPr>
          <a:lstStyle/>
          <a:p>
            <a:pPr algn="l"/>
            <a:r>
              <a:rPr sz="1050" b="1">
                <a:solidFill>
                  <a:srgbClr val="F59E0B"/>
                </a:solidFill>
                <a:latin typeface="Microsoft YaHei"/>
              </a:rPr>
              <a:t>03 场景试点</a:t>
            </a:r>
          </a:p>
        </p:txBody>
      </p:sp>
      <p:sp>
        <p:nvSpPr>
          <p:cNvPr id="74" name="TextBox 57">
            <a:extLst>
              <a:ext uri="{FF2B5EF4-FFF2-40B4-BE49-F238E27FC236}">
                <a16:creationId xmlns:a16="http://schemas.microsoft.com/office/drawing/2014/main" id="{0642CB54-7835-3D9B-7E65-1D788B264D56}"/>
              </a:ext>
            </a:extLst>
          </p:cNvPr>
          <p:cNvSpPr txBox="1"/>
          <p:nvPr/>
        </p:nvSpPr>
        <p:spPr>
          <a:xfrm>
            <a:off x="9166260" y="4567427"/>
            <a:ext cx="2560320" cy="320040"/>
          </a:xfrm>
          <a:prstGeom prst="rect">
            <a:avLst/>
          </a:prstGeom>
          <a:noFill/>
          <a:ln>
            <a:noFill/>
          </a:ln>
        </p:spPr>
        <p:txBody>
          <a:bodyPr wrap="square" lIns="45720" rIns="45720">
            <a:spAutoFit/>
          </a:bodyPr>
          <a:lstStyle/>
          <a:p>
            <a:pPr algn="l"/>
            <a:r>
              <a:rPr sz="919" b="0">
                <a:solidFill>
                  <a:srgbClr val="1F2937"/>
                </a:solidFill>
                <a:latin typeface="Microsoft YaHei"/>
              </a:rPr>
              <a:t>在校园、社区、康复机构等场景开展试点与反馈优化。</a:t>
            </a:r>
          </a:p>
        </p:txBody>
      </p:sp>
      <p:sp>
        <p:nvSpPr>
          <p:cNvPr id="75" name="Oval 58">
            <a:extLst>
              <a:ext uri="{FF2B5EF4-FFF2-40B4-BE49-F238E27FC236}">
                <a16:creationId xmlns:a16="http://schemas.microsoft.com/office/drawing/2014/main" id="{063C996B-735F-D2D4-355C-B26DD26ADD00}"/>
              </a:ext>
            </a:extLst>
          </p:cNvPr>
          <p:cNvSpPr/>
          <p:nvPr/>
        </p:nvSpPr>
        <p:spPr>
          <a:xfrm>
            <a:off x="8599332" y="5198364"/>
            <a:ext cx="420624" cy="420624"/>
          </a:xfrm>
          <a:prstGeom prst="ellipse">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b="1" dirty="0"/>
              <a:t>4</a:t>
            </a:r>
          </a:p>
        </p:txBody>
      </p:sp>
      <p:sp>
        <p:nvSpPr>
          <p:cNvPr id="76" name="TextBox 59">
            <a:extLst>
              <a:ext uri="{FF2B5EF4-FFF2-40B4-BE49-F238E27FC236}">
                <a16:creationId xmlns:a16="http://schemas.microsoft.com/office/drawing/2014/main" id="{C42D54CF-4561-63E2-918C-C5572025FFB4}"/>
              </a:ext>
            </a:extLst>
          </p:cNvPr>
          <p:cNvSpPr txBox="1"/>
          <p:nvPr/>
        </p:nvSpPr>
        <p:spPr>
          <a:xfrm>
            <a:off x="9166260" y="5180076"/>
            <a:ext cx="2651760" cy="164592"/>
          </a:xfrm>
          <a:prstGeom prst="rect">
            <a:avLst/>
          </a:prstGeom>
          <a:noFill/>
          <a:ln>
            <a:noFill/>
          </a:ln>
        </p:spPr>
        <p:txBody>
          <a:bodyPr wrap="square" lIns="45720" rIns="45720">
            <a:spAutoFit/>
          </a:bodyPr>
          <a:lstStyle/>
          <a:p>
            <a:pPr algn="l"/>
            <a:r>
              <a:rPr sz="1050" b="1">
                <a:solidFill>
                  <a:srgbClr val="7C3AED"/>
                </a:solidFill>
                <a:latin typeface="Microsoft YaHei"/>
              </a:rPr>
              <a:t>04 持续孵化</a:t>
            </a:r>
          </a:p>
        </p:txBody>
      </p:sp>
      <p:sp>
        <p:nvSpPr>
          <p:cNvPr id="77" name="TextBox 60">
            <a:extLst>
              <a:ext uri="{FF2B5EF4-FFF2-40B4-BE49-F238E27FC236}">
                <a16:creationId xmlns:a16="http://schemas.microsoft.com/office/drawing/2014/main" id="{A15E58FC-6CEA-3565-2BD6-332FD72CB50B}"/>
              </a:ext>
            </a:extLst>
          </p:cNvPr>
          <p:cNvSpPr txBox="1"/>
          <p:nvPr/>
        </p:nvSpPr>
        <p:spPr>
          <a:xfrm>
            <a:off x="9166260" y="5362956"/>
            <a:ext cx="2560320" cy="320040"/>
          </a:xfrm>
          <a:prstGeom prst="rect">
            <a:avLst/>
          </a:prstGeom>
          <a:noFill/>
          <a:ln>
            <a:noFill/>
          </a:ln>
        </p:spPr>
        <p:txBody>
          <a:bodyPr wrap="square" lIns="45720" rIns="45720">
            <a:spAutoFit/>
          </a:bodyPr>
          <a:lstStyle/>
          <a:p>
            <a:pPr algn="l"/>
            <a:r>
              <a:rPr sz="919" b="0">
                <a:solidFill>
                  <a:srgbClr val="1F2937"/>
                </a:solidFill>
                <a:latin typeface="Microsoft YaHei"/>
              </a:rPr>
              <a:t>推进知识产权布局、公益合作、校企对接与脑机拓展验证。</a:t>
            </a:r>
          </a:p>
        </p:txBody>
      </p:sp>
      <p:sp>
        <p:nvSpPr>
          <p:cNvPr id="78" name="AutoShape 2" descr="智能感知眼镜与科技模块">
            <a:extLst>
              <a:ext uri="{FF2B5EF4-FFF2-40B4-BE49-F238E27FC236}">
                <a16:creationId xmlns:a16="http://schemas.microsoft.com/office/drawing/2014/main" id="{5F18641D-3B9B-0485-11F7-F6C4FBD0CE5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AutoShape 4" descr="智能感知眼镜与科技模块">
            <a:extLst>
              <a:ext uri="{FF2B5EF4-FFF2-40B4-BE49-F238E27FC236}">
                <a16:creationId xmlns:a16="http://schemas.microsoft.com/office/drawing/2014/main" id="{6417BED4-C919-4E46-A815-CBE5B2B726F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AutoShape 6" descr="智能感知眼镜与科技模块">
            <a:extLst>
              <a:ext uri="{FF2B5EF4-FFF2-40B4-BE49-F238E27FC236}">
                <a16:creationId xmlns:a16="http://schemas.microsoft.com/office/drawing/2014/main" id="{085E9E0C-B6C4-14B7-916E-AE06C5C320CB}"/>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2" name="图片 81">
            <a:extLst>
              <a:ext uri="{FF2B5EF4-FFF2-40B4-BE49-F238E27FC236}">
                <a16:creationId xmlns:a16="http://schemas.microsoft.com/office/drawing/2014/main" id="{CF82F2E3-6A82-9DFB-70F7-3C966FDEEE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231" y="2276842"/>
            <a:ext cx="2718609" cy="2038956"/>
          </a:xfrm>
          <a:prstGeom prst="rect">
            <a:avLst/>
          </a:prstGeom>
        </p:spPr>
      </p:pic>
    </p:spTree>
    <p:extLst>
      <p:ext uri="{BB962C8B-B14F-4D97-AF65-F5344CB8AC3E}">
        <p14:creationId xmlns:p14="http://schemas.microsoft.com/office/powerpoint/2010/main" val="288758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anim calcmode="lin" valueType="num">
                                      <p:cBhvr>
                                        <p:cTn id="48" dur="1000" fill="hold"/>
                                        <p:tgtEl>
                                          <p:spTgt spid="15"/>
                                        </p:tgtEl>
                                        <p:attrNameLst>
                                          <p:attrName>ppt_x</p:attrName>
                                        </p:attrNameLst>
                                      </p:cBhvr>
                                      <p:tavLst>
                                        <p:tav tm="0">
                                          <p:val>
                                            <p:strVal val="#ppt_x"/>
                                          </p:val>
                                        </p:tav>
                                        <p:tav tm="100000">
                                          <p:val>
                                            <p:strVal val="#ppt_x"/>
                                          </p:val>
                                        </p:tav>
                                      </p:tavLst>
                                    </p:anim>
                                    <p:anim calcmode="lin" valueType="num">
                                      <p:cBhvr>
                                        <p:cTn id="49" dur="1000" fill="hold"/>
                                        <p:tgtEl>
                                          <p:spTgt spid="15"/>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000"/>
                                        <p:tgtEl>
                                          <p:spTgt spid="16"/>
                                        </p:tgtEl>
                                      </p:cBhvr>
                                    </p:animEffect>
                                    <p:anim calcmode="lin" valueType="num">
                                      <p:cBhvr>
                                        <p:cTn id="53" dur="1000" fill="hold"/>
                                        <p:tgtEl>
                                          <p:spTgt spid="16"/>
                                        </p:tgtEl>
                                        <p:attrNameLst>
                                          <p:attrName>ppt_x</p:attrName>
                                        </p:attrNameLst>
                                      </p:cBhvr>
                                      <p:tavLst>
                                        <p:tav tm="0">
                                          <p:val>
                                            <p:strVal val="#ppt_x"/>
                                          </p:val>
                                        </p:tav>
                                        <p:tav tm="100000">
                                          <p:val>
                                            <p:strVal val="#ppt_x"/>
                                          </p:val>
                                        </p:tav>
                                      </p:tavLst>
                                    </p:anim>
                                    <p:anim calcmode="lin" valueType="num">
                                      <p:cBhvr>
                                        <p:cTn id="54" dur="1000" fill="hold"/>
                                        <p:tgtEl>
                                          <p:spTgt spid="1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1000"/>
                                        <p:tgtEl>
                                          <p:spTgt spid="17"/>
                                        </p:tgtEl>
                                      </p:cBhvr>
                                    </p:animEffect>
                                    <p:anim calcmode="lin" valueType="num">
                                      <p:cBhvr>
                                        <p:cTn id="58" dur="1000" fill="hold"/>
                                        <p:tgtEl>
                                          <p:spTgt spid="17"/>
                                        </p:tgtEl>
                                        <p:attrNameLst>
                                          <p:attrName>ppt_x</p:attrName>
                                        </p:attrNameLst>
                                      </p:cBhvr>
                                      <p:tavLst>
                                        <p:tav tm="0">
                                          <p:val>
                                            <p:strVal val="#ppt_x"/>
                                          </p:val>
                                        </p:tav>
                                        <p:tav tm="100000">
                                          <p:val>
                                            <p:strVal val="#ppt_x"/>
                                          </p:val>
                                        </p:tav>
                                      </p:tavLst>
                                    </p:anim>
                                    <p:anim calcmode="lin" valueType="num">
                                      <p:cBhvr>
                                        <p:cTn id="59" dur="1000" fill="hold"/>
                                        <p:tgtEl>
                                          <p:spTgt spid="1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1000"/>
                                        <p:tgtEl>
                                          <p:spTgt spid="18"/>
                                        </p:tgtEl>
                                      </p:cBhvr>
                                    </p:animEffect>
                                    <p:anim calcmode="lin" valueType="num">
                                      <p:cBhvr>
                                        <p:cTn id="63" dur="1000" fill="hold"/>
                                        <p:tgtEl>
                                          <p:spTgt spid="18"/>
                                        </p:tgtEl>
                                        <p:attrNameLst>
                                          <p:attrName>ppt_x</p:attrName>
                                        </p:attrNameLst>
                                      </p:cBhvr>
                                      <p:tavLst>
                                        <p:tav tm="0">
                                          <p:val>
                                            <p:strVal val="#ppt_x"/>
                                          </p:val>
                                        </p:tav>
                                        <p:tav tm="100000">
                                          <p:val>
                                            <p:strVal val="#ppt_x"/>
                                          </p:val>
                                        </p:tav>
                                      </p:tavLst>
                                    </p:anim>
                                    <p:anim calcmode="lin" valueType="num">
                                      <p:cBhvr>
                                        <p:cTn id="64" dur="1000" fill="hold"/>
                                        <p:tgtEl>
                                          <p:spTgt spid="1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fade">
                                      <p:cBhvr>
                                        <p:cTn id="67" dur="1000"/>
                                        <p:tgtEl>
                                          <p:spTgt spid="82"/>
                                        </p:tgtEl>
                                      </p:cBhvr>
                                    </p:animEffect>
                                    <p:anim calcmode="lin" valueType="num">
                                      <p:cBhvr>
                                        <p:cTn id="68" dur="1000" fill="hold"/>
                                        <p:tgtEl>
                                          <p:spTgt spid="82"/>
                                        </p:tgtEl>
                                        <p:attrNameLst>
                                          <p:attrName>ppt_x</p:attrName>
                                        </p:attrNameLst>
                                      </p:cBhvr>
                                      <p:tavLst>
                                        <p:tav tm="0">
                                          <p:val>
                                            <p:strVal val="#ppt_x"/>
                                          </p:val>
                                        </p:tav>
                                        <p:tav tm="100000">
                                          <p:val>
                                            <p:strVal val="#ppt_x"/>
                                          </p:val>
                                        </p:tav>
                                      </p:tavLst>
                                    </p:anim>
                                    <p:anim calcmode="lin" valueType="num">
                                      <p:cBhvr>
                                        <p:cTn id="69"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6" presetClass="entr" presetSubtype="16"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circle(in)">
                                      <p:cBhvr>
                                        <p:cTn id="74" dur="2000"/>
                                        <p:tgtEl>
                                          <p:spTgt spid="42"/>
                                        </p:tgtEl>
                                      </p:cBhvr>
                                    </p:animEffect>
                                  </p:childTnLst>
                                </p:cTn>
                              </p:par>
                              <p:par>
                                <p:cTn id="75" presetID="6" presetClass="entr" presetSubtype="16"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circle(in)">
                                      <p:cBhvr>
                                        <p:cTn id="77" dur="2000"/>
                                        <p:tgtEl>
                                          <p:spTgt spid="43"/>
                                        </p:tgtEl>
                                      </p:cBhvr>
                                    </p:animEffect>
                                  </p:childTnLst>
                                </p:cTn>
                              </p:par>
                              <p:par>
                                <p:cTn id="78" presetID="6" presetClass="entr" presetSubtype="16"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circle(in)">
                                      <p:cBhvr>
                                        <p:cTn id="80" dur="2000"/>
                                        <p:tgtEl>
                                          <p:spTgt spid="44"/>
                                        </p:tgtEl>
                                      </p:cBhvr>
                                    </p:animEffect>
                                  </p:childTnLst>
                                </p:cTn>
                              </p:par>
                              <p:par>
                                <p:cTn id="81" presetID="6" presetClass="entr" presetSubtype="16"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circle(in)">
                                      <p:cBhvr>
                                        <p:cTn id="83" dur="2000"/>
                                        <p:tgtEl>
                                          <p:spTgt spid="45"/>
                                        </p:tgtEl>
                                      </p:cBhvr>
                                    </p:animEffect>
                                  </p:childTnLst>
                                </p:cTn>
                              </p:par>
                              <p:par>
                                <p:cTn id="84" presetID="6" presetClass="entr" presetSubtype="16" fill="hold" grpId="0" nodeType="withEffect">
                                  <p:stCondLst>
                                    <p:cond delay="0"/>
                                  </p:stCondLst>
                                  <p:childTnLst>
                                    <p:set>
                                      <p:cBhvr>
                                        <p:cTn id="85" dur="1" fill="hold">
                                          <p:stCondLst>
                                            <p:cond delay="0"/>
                                          </p:stCondLst>
                                        </p:cTn>
                                        <p:tgtEl>
                                          <p:spTgt spid="46"/>
                                        </p:tgtEl>
                                        <p:attrNameLst>
                                          <p:attrName>style.visibility</p:attrName>
                                        </p:attrNameLst>
                                      </p:cBhvr>
                                      <p:to>
                                        <p:strVal val="visible"/>
                                      </p:to>
                                    </p:set>
                                    <p:animEffect transition="in" filter="circle(in)">
                                      <p:cBhvr>
                                        <p:cTn id="86" dur="2000"/>
                                        <p:tgtEl>
                                          <p:spTgt spid="46"/>
                                        </p:tgtEl>
                                      </p:cBhvr>
                                    </p:animEffect>
                                  </p:childTnLst>
                                </p:cTn>
                              </p:par>
                              <p:par>
                                <p:cTn id="87" presetID="6" presetClass="entr" presetSubtype="16"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circle(in)">
                                      <p:cBhvr>
                                        <p:cTn id="89" dur="2000"/>
                                        <p:tgtEl>
                                          <p:spTgt spid="47"/>
                                        </p:tgtEl>
                                      </p:cBhvr>
                                    </p:animEffect>
                                  </p:childTnLst>
                                </p:cTn>
                              </p:par>
                              <p:par>
                                <p:cTn id="90" presetID="6" presetClass="entr" presetSubtype="16" fill="hold" grpId="0" nodeType="with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circle(in)">
                                      <p:cBhvr>
                                        <p:cTn id="92" dur="2000"/>
                                        <p:tgtEl>
                                          <p:spTgt spid="48"/>
                                        </p:tgtEl>
                                      </p:cBhvr>
                                    </p:animEffect>
                                  </p:childTnLst>
                                </p:cTn>
                              </p:par>
                              <p:par>
                                <p:cTn id="93" presetID="6" presetClass="entr" presetSubtype="16"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circle(in)">
                                      <p:cBhvr>
                                        <p:cTn id="95" dur="2000"/>
                                        <p:tgtEl>
                                          <p:spTgt spid="49"/>
                                        </p:tgtEl>
                                      </p:cBhvr>
                                    </p:animEffect>
                                  </p:childTnLst>
                                </p:cTn>
                              </p:par>
                              <p:par>
                                <p:cTn id="96" presetID="6" presetClass="entr" presetSubtype="16"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circle(in)">
                                      <p:cBhvr>
                                        <p:cTn id="98" dur="2000"/>
                                        <p:tgtEl>
                                          <p:spTgt spid="50"/>
                                        </p:tgtEl>
                                      </p:cBhvr>
                                    </p:animEffect>
                                  </p:childTnLst>
                                </p:cTn>
                              </p:par>
                              <p:par>
                                <p:cTn id="99" presetID="6" presetClass="entr" presetSubtype="16"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circle(in)">
                                      <p:cBhvr>
                                        <p:cTn id="101" dur="2000"/>
                                        <p:tgtEl>
                                          <p:spTgt spid="51"/>
                                        </p:tgtEl>
                                      </p:cBhvr>
                                    </p:animEffect>
                                  </p:childTnLst>
                                </p:cTn>
                              </p:par>
                              <p:par>
                                <p:cTn id="102" presetID="6" presetClass="entr" presetSubtype="16"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circle(in)">
                                      <p:cBhvr>
                                        <p:cTn id="104" dur="2000"/>
                                        <p:tgtEl>
                                          <p:spTgt spid="52"/>
                                        </p:tgtEl>
                                      </p:cBhvr>
                                    </p:animEffect>
                                  </p:childTnLst>
                                </p:cTn>
                              </p:par>
                              <p:par>
                                <p:cTn id="105" presetID="6" presetClass="entr" presetSubtype="16"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circle(in)">
                                      <p:cBhvr>
                                        <p:cTn id="107" dur="2000"/>
                                        <p:tgtEl>
                                          <p:spTgt spid="53"/>
                                        </p:tgtEl>
                                      </p:cBhvr>
                                    </p:animEffect>
                                  </p:childTnLst>
                                </p:cTn>
                              </p:par>
                              <p:par>
                                <p:cTn id="108" presetID="6" presetClass="entr" presetSubtype="16"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circle(in)">
                                      <p:cBhvr>
                                        <p:cTn id="110" dur="2000"/>
                                        <p:tgtEl>
                                          <p:spTgt spid="54"/>
                                        </p:tgtEl>
                                      </p:cBhvr>
                                    </p:animEffect>
                                  </p:childTnLst>
                                </p:cTn>
                              </p:par>
                              <p:par>
                                <p:cTn id="111" presetID="6" presetClass="entr" presetSubtype="16"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circle(in)">
                                      <p:cBhvr>
                                        <p:cTn id="113" dur="2000"/>
                                        <p:tgtEl>
                                          <p:spTgt spid="55"/>
                                        </p:tgtEl>
                                      </p:cBhvr>
                                    </p:animEffect>
                                  </p:childTnLst>
                                </p:cTn>
                              </p:par>
                              <p:par>
                                <p:cTn id="114" presetID="6" presetClass="entr" presetSubtype="16"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circle(in)">
                                      <p:cBhvr>
                                        <p:cTn id="116" dur="2000"/>
                                        <p:tgtEl>
                                          <p:spTgt spid="56"/>
                                        </p:tgtEl>
                                      </p:cBhvr>
                                    </p:animEffect>
                                  </p:childTnLst>
                                </p:cTn>
                              </p:par>
                              <p:par>
                                <p:cTn id="117" presetID="6" presetClass="entr" presetSubtype="16" fill="hold" grpId="0" nodeType="withEffect">
                                  <p:stCondLst>
                                    <p:cond delay="0"/>
                                  </p:stCondLst>
                                  <p:childTnLst>
                                    <p:set>
                                      <p:cBhvr>
                                        <p:cTn id="118" dur="1" fill="hold">
                                          <p:stCondLst>
                                            <p:cond delay="0"/>
                                          </p:stCondLst>
                                        </p:cTn>
                                        <p:tgtEl>
                                          <p:spTgt spid="57"/>
                                        </p:tgtEl>
                                        <p:attrNameLst>
                                          <p:attrName>style.visibility</p:attrName>
                                        </p:attrNameLst>
                                      </p:cBhvr>
                                      <p:to>
                                        <p:strVal val="visible"/>
                                      </p:to>
                                    </p:set>
                                    <p:animEffect transition="in" filter="circle(in)">
                                      <p:cBhvr>
                                        <p:cTn id="119" dur="2000"/>
                                        <p:tgtEl>
                                          <p:spTgt spid="57"/>
                                        </p:tgtEl>
                                      </p:cBhvr>
                                    </p:animEffect>
                                  </p:childTnLst>
                                </p:cTn>
                              </p:par>
                              <p:par>
                                <p:cTn id="120" presetID="6" presetClass="entr" presetSubtype="16" fill="hold" grpId="0" nodeType="withEffect">
                                  <p:stCondLst>
                                    <p:cond delay="0"/>
                                  </p:stCondLst>
                                  <p:childTnLst>
                                    <p:set>
                                      <p:cBhvr>
                                        <p:cTn id="121" dur="1" fill="hold">
                                          <p:stCondLst>
                                            <p:cond delay="0"/>
                                          </p:stCondLst>
                                        </p:cTn>
                                        <p:tgtEl>
                                          <p:spTgt spid="58"/>
                                        </p:tgtEl>
                                        <p:attrNameLst>
                                          <p:attrName>style.visibility</p:attrName>
                                        </p:attrNameLst>
                                      </p:cBhvr>
                                      <p:to>
                                        <p:strVal val="visible"/>
                                      </p:to>
                                    </p:set>
                                    <p:animEffect transition="in" filter="circle(in)">
                                      <p:cBhvr>
                                        <p:cTn id="122" dur="2000"/>
                                        <p:tgtEl>
                                          <p:spTgt spid="58"/>
                                        </p:tgtEl>
                                      </p:cBhvr>
                                    </p:animEffect>
                                  </p:childTnLst>
                                </p:cTn>
                              </p:par>
                              <p:par>
                                <p:cTn id="123" presetID="6" presetClass="entr" presetSubtype="16" fill="hold" grpId="0" nodeType="withEffect">
                                  <p:stCondLst>
                                    <p:cond delay="0"/>
                                  </p:stCondLst>
                                  <p:childTnLst>
                                    <p:set>
                                      <p:cBhvr>
                                        <p:cTn id="124" dur="1" fill="hold">
                                          <p:stCondLst>
                                            <p:cond delay="0"/>
                                          </p:stCondLst>
                                        </p:cTn>
                                        <p:tgtEl>
                                          <p:spTgt spid="59"/>
                                        </p:tgtEl>
                                        <p:attrNameLst>
                                          <p:attrName>style.visibility</p:attrName>
                                        </p:attrNameLst>
                                      </p:cBhvr>
                                      <p:to>
                                        <p:strVal val="visible"/>
                                      </p:to>
                                    </p:set>
                                    <p:animEffect transition="in" filter="circle(in)">
                                      <p:cBhvr>
                                        <p:cTn id="125" dur="2000"/>
                                        <p:tgtEl>
                                          <p:spTgt spid="59"/>
                                        </p:tgtEl>
                                      </p:cBhvr>
                                    </p:animEffect>
                                  </p:childTnLst>
                                </p:cTn>
                              </p:par>
                              <p:par>
                                <p:cTn id="126" presetID="6" presetClass="entr" presetSubtype="16" fill="hold" grpId="0" nodeType="withEffect">
                                  <p:stCondLst>
                                    <p:cond delay="0"/>
                                  </p:stCondLst>
                                  <p:childTnLst>
                                    <p:set>
                                      <p:cBhvr>
                                        <p:cTn id="127" dur="1" fill="hold">
                                          <p:stCondLst>
                                            <p:cond delay="0"/>
                                          </p:stCondLst>
                                        </p:cTn>
                                        <p:tgtEl>
                                          <p:spTgt spid="60"/>
                                        </p:tgtEl>
                                        <p:attrNameLst>
                                          <p:attrName>style.visibility</p:attrName>
                                        </p:attrNameLst>
                                      </p:cBhvr>
                                      <p:to>
                                        <p:strVal val="visible"/>
                                      </p:to>
                                    </p:set>
                                    <p:animEffect transition="in" filter="circle(in)">
                                      <p:cBhvr>
                                        <p:cTn id="128" dur="2000"/>
                                        <p:tgtEl>
                                          <p:spTgt spid="60"/>
                                        </p:tgtEl>
                                      </p:cBhvr>
                                    </p:animEffect>
                                  </p:childTnLst>
                                </p:cTn>
                              </p:par>
                              <p:par>
                                <p:cTn id="129" presetID="6" presetClass="entr" presetSubtype="16" fill="hold" grpId="0" nodeType="withEffect">
                                  <p:stCondLst>
                                    <p:cond delay="0"/>
                                  </p:stCondLst>
                                  <p:childTnLst>
                                    <p:set>
                                      <p:cBhvr>
                                        <p:cTn id="130" dur="1" fill="hold">
                                          <p:stCondLst>
                                            <p:cond delay="0"/>
                                          </p:stCondLst>
                                        </p:cTn>
                                        <p:tgtEl>
                                          <p:spTgt spid="61"/>
                                        </p:tgtEl>
                                        <p:attrNameLst>
                                          <p:attrName>style.visibility</p:attrName>
                                        </p:attrNameLst>
                                      </p:cBhvr>
                                      <p:to>
                                        <p:strVal val="visible"/>
                                      </p:to>
                                    </p:set>
                                    <p:animEffect transition="in" filter="circle(in)">
                                      <p:cBhvr>
                                        <p:cTn id="131" dur="2000"/>
                                        <p:tgtEl>
                                          <p:spTgt spid="61"/>
                                        </p:tgtEl>
                                      </p:cBhvr>
                                    </p:animEffect>
                                  </p:childTnLst>
                                </p:cTn>
                              </p:par>
                              <p:par>
                                <p:cTn id="132" presetID="6" presetClass="entr" presetSubtype="16" fill="hold" grpId="0" nodeType="withEffect" nodePh="1">
                                  <p:stCondLst>
                                    <p:cond delay="0"/>
                                  </p:stCondLst>
                                  <p:endCondLst>
                                    <p:cond evt="begin" delay="0">
                                      <p:tn val="132"/>
                                    </p:cond>
                                  </p:endCondLst>
                                  <p:childTnLst>
                                    <p:set>
                                      <p:cBhvr>
                                        <p:cTn id="133" dur="1" fill="hold">
                                          <p:stCondLst>
                                            <p:cond delay="0"/>
                                          </p:stCondLst>
                                        </p:cTn>
                                        <p:tgtEl>
                                          <p:spTgt spid="78"/>
                                        </p:tgtEl>
                                        <p:attrNameLst>
                                          <p:attrName>style.visibility</p:attrName>
                                        </p:attrNameLst>
                                      </p:cBhvr>
                                      <p:to>
                                        <p:strVal val="visible"/>
                                      </p:to>
                                    </p:set>
                                    <p:animEffect transition="in" filter="circle(in)">
                                      <p:cBhvr>
                                        <p:cTn id="134" dur="2000"/>
                                        <p:tgtEl>
                                          <p:spTgt spid="78"/>
                                        </p:tgtEl>
                                      </p:cBhvr>
                                    </p:animEffect>
                                  </p:childTnLst>
                                </p:cTn>
                              </p:par>
                              <p:par>
                                <p:cTn id="135" presetID="6" presetClass="entr" presetSubtype="16" fill="hold" grpId="0" nodeType="withEffect" nodePh="1">
                                  <p:stCondLst>
                                    <p:cond delay="0"/>
                                  </p:stCondLst>
                                  <p:endCondLst>
                                    <p:cond evt="begin" delay="0">
                                      <p:tn val="135"/>
                                    </p:cond>
                                  </p:endCondLst>
                                  <p:childTnLst>
                                    <p:set>
                                      <p:cBhvr>
                                        <p:cTn id="136" dur="1" fill="hold">
                                          <p:stCondLst>
                                            <p:cond delay="0"/>
                                          </p:stCondLst>
                                        </p:cTn>
                                        <p:tgtEl>
                                          <p:spTgt spid="79"/>
                                        </p:tgtEl>
                                        <p:attrNameLst>
                                          <p:attrName>style.visibility</p:attrName>
                                        </p:attrNameLst>
                                      </p:cBhvr>
                                      <p:to>
                                        <p:strVal val="visible"/>
                                      </p:to>
                                    </p:set>
                                    <p:animEffect transition="in" filter="circle(in)">
                                      <p:cBhvr>
                                        <p:cTn id="137" dur="2000"/>
                                        <p:tgtEl>
                                          <p:spTgt spid="79"/>
                                        </p:tgtEl>
                                      </p:cBhvr>
                                    </p:animEffect>
                                  </p:childTnLst>
                                </p:cTn>
                              </p:par>
                              <p:par>
                                <p:cTn id="138" presetID="6" presetClass="entr" presetSubtype="16" fill="hold" grpId="0" nodeType="withEffect" nodePh="1">
                                  <p:stCondLst>
                                    <p:cond delay="0"/>
                                  </p:stCondLst>
                                  <p:endCondLst>
                                    <p:cond evt="begin" delay="0">
                                      <p:tn val="138"/>
                                    </p:cond>
                                  </p:endCondLst>
                                  <p:childTnLst>
                                    <p:set>
                                      <p:cBhvr>
                                        <p:cTn id="139" dur="1" fill="hold">
                                          <p:stCondLst>
                                            <p:cond delay="0"/>
                                          </p:stCondLst>
                                        </p:cTn>
                                        <p:tgtEl>
                                          <p:spTgt spid="80"/>
                                        </p:tgtEl>
                                        <p:attrNameLst>
                                          <p:attrName>style.visibility</p:attrName>
                                        </p:attrNameLst>
                                      </p:cBhvr>
                                      <p:to>
                                        <p:strVal val="visible"/>
                                      </p:to>
                                    </p:set>
                                    <p:animEffect transition="in" filter="circle(in)">
                                      <p:cBhvr>
                                        <p:cTn id="140" dur="2000"/>
                                        <p:tgtEl>
                                          <p:spTgt spid="80"/>
                                        </p:tgtEl>
                                      </p:cBhvr>
                                    </p:animEffect>
                                  </p:childTnLst>
                                </p:cTn>
                              </p:par>
                            </p:childTnLst>
                          </p:cTn>
                        </p:par>
                      </p:childTnLst>
                    </p:cTn>
                  </p:par>
                  <p:par>
                    <p:cTn id="141" fill="hold">
                      <p:stCondLst>
                        <p:cond delay="indefinite"/>
                      </p:stCondLst>
                      <p:childTnLst>
                        <p:par>
                          <p:cTn id="142" fill="hold">
                            <p:stCondLst>
                              <p:cond delay="0"/>
                            </p:stCondLst>
                            <p:childTnLst>
                              <p:par>
                                <p:cTn id="143" presetID="16" presetClass="entr" presetSubtype="21" fill="hold" grpId="0" nodeType="clickEffect">
                                  <p:stCondLst>
                                    <p:cond delay="0"/>
                                  </p:stCondLst>
                                  <p:childTnLst>
                                    <p:set>
                                      <p:cBhvr>
                                        <p:cTn id="144" dur="1" fill="hold">
                                          <p:stCondLst>
                                            <p:cond delay="0"/>
                                          </p:stCondLst>
                                        </p:cTn>
                                        <p:tgtEl>
                                          <p:spTgt spid="64"/>
                                        </p:tgtEl>
                                        <p:attrNameLst>
                                          <p:attrName>style.visibility</p:attrName>
                                        </p:attrNameLst>
                                      </p:cBhvr>
                                      <p:to>
                                        <p:strVal val="visible"/>
                                      </p:to>
                                    </p:set>
                                    <p:animEffect transition="in" filter="barn(inVertical)">
                                      <p:cBhvr>
                                        <p:cTn id="145" dur="500"/>
                                        <p:tgtEl>
                                          <p:spTgt spid="64"/>
                                        </p:tgtEl>
                                      </p:cBhvr>
                                    </p:animEffect>
                                  </p:childTnLst>
                                </p:cTn>
                              </p:par>
                              <p:par>
                                <p:cTn id="146" presetID="16" presetClass="entr" presetSubtype="21" fill="hold" nodeType="withEffect">
                                  <p:stCondLst>
                                    <p:cond delay="0"/>
                                  </p:stCondLst>
                                  <p:childTnLst>
                                    <p:set>
                                      <p:cBhvr>
                                        <p:cTn id="147" dur="1" fill="hold">
                                          <p:stCondLst>
                                            <p:cond delay="0"/>
                                          </p:stCondLst>
                                        </p:cTn>
                                        <p:tgtEl>
                                          <p:spTgt spid="65"/>
                                        </p:tgtEl>
                                        <p:attrNameLst>
                                          <p:attrName>style.visibility</p:attrName>
                                        </p:attrNameLst>
                                      </p:cBhvr>
                                      <p:to>
                                        <p:strVal val="visible"/>
                                      </p:to>
                                    </p:set>
                                    <p:animEffect transition="in" filter="barn(inVertical)">
                                      <p:cBhvr>
                                        <p:cTn id="148" dur="500"/>
                                        <p:tgtEl>
                                          <p:spTgt spid="65"/>
                                        </p:tgtEl>
                                      </p:cBhvr>
                                    </p:animEffect>
                                  </p:childTnLst>
                                </p:cTn>
                              </p:par>
                              <p:par>
                                <p:cTn id="149" presetID="16" presetClass="entr" presetSubtype="21" fill="hold" grpId="0" nodeType="withEffect">
                                  <p:stCondLst>
                                    <p:cond delay="0"/>
                                  </p:stCondLst>
                                  <p:childTnLst>
                                    <p:set>
                                      <p:cBhvr>
                                        <p:cTn id="150" dur="1" fill="hold">
                                          <p:stCondLst>
                                            <p:cond delay="0"/>
                                          </p:stCondLst>
                                        </p:cTn>
                                        <p:tgtEl>
                                          <p:spTgt spid="66"/>
                                        </p:tgtEl>
                                        <p:attrNameLst>
                                          <p:attrName>style.visibility</p:attrName>
                                        </p:attrNameLst>
                                      </p:cBhvr>
                                      <p:to>
                                        <p:strVal val="visible"/>
                                      </p:to>
                                    </p:set>
                                    <p:animEffect transition="in" filter="barn(inVertical)">
                                      <p:cBhvr>
                                        <p:cTn id="151" dur="500"/>
                                        <p:tgtEl>
                                          <p:spTgt spid="66"/>
                                        </p:tgtEl>
                                      </p:cBhvr>
                                    </p:animEffect>
                                  </p:childTnLst>
                                </p:cTn>
                              </p:par>
                              <p:par>
                                <p:cTn id="152" presetID="16" presetClass="entr" presetSubtype="21" fill="hold" grpId="0" nodeType="withEffect">
                                  <p:stCondLst>
                                    <p:cond delay="0"/>
                                  </p:stCondLst>
                                  <p:childTnLst>
                                    <p:set>
                                      <p:cBhvr>
                                        <p:cTn id="153" dur="1" fill="hold">
                                          <p:stCondLst>
                                            <p:cond delay="0"/>
                                          </p:stCondLst>
                                        </p:cTn>
                                        <p:tgtEl>
                                          <p:spTgt spid="67"/>
                                        </p:tgtEl>
                                        <p:attrNameLst>
                                          <p:attrName>style.visibility</p:attrName>
                                        </p:attrNameLst>
                                      </p:cBhvr>
                                      <p:to>
                                        <p:strVal val="visible"/>
                                      </p:to>
                                    </p:set>
                                    <p:animEffect transition="in" filter="barn(inVertical)">
                                      <p:cBhvr>
                                        <p:cTn id="154" dur="500"/>
                                        <p:tgtEl>
                                          <p:spTgt spid="67"/>
                                        </p:tgtEl>
                                      </p:cBhvr>
                                    </p:animEffect>
                                  </p:childTnLst>
                                </p:cTn>
                              </p:par>
                              <p:par>
                                <p:cTn id="155" presetID="16" presetClass="entr" presetSubtype="21" fill="hold" grpId="0" nodeType="withEffect">
                                  <p:stCondLst>
                                    <p:cond delay="0"/>
                                  </p:stCondLst>
                                  <p:childTnLst>
                                    <p:set>
                                      <p:cBhvr>
                                        <p:cTn id="156" dur="1" fill="hold">
                                          <p:stCondLst>
                                            <p:cond delay="0"/>
                                          </p:stCondLst>
                                        </p:cTn>
                                        <p:tgtEl>
                                          <p:spTgt spid="68"/>
                                        </p:tgtEl>
                                        <p:attrNameLst>
                                          <p:attrName>style.visibility</p:attrName>
                                        </p:attrNameLst>
                                      </p:cBhvr>
                                      <p:to>
                                        <p:strVal val="visible"/>
                                      </p:to>
                                    </p:set>
                                    <p:animEffect transition="in" filter="barn(inVertical)">
                                      <p:cBhvr>
                                        <p:cTn id="157" dur="500"/>
                                        <p:tgtEl>
                                          <p:spTgt spid="68"/>
                                        </p:tgtEl>
                                      </p:cBhvr>
                                    </p:animEffect>
                                  </p:childTnLst>
                                </p:cTn>
                              </p:par>
                              <p:par>
                                <p:cTn id="158" presetID="16" presetClass="entr" presetSubtype="21" fill="hold" grpId="0" nodeType="withEffect">
                                  <p:stCondLst>
                                    <p:cond delay="0"/>
                                  </p:stCondLst>
                                  <p:childTnLst>
                                    <p:set>
                                      <p:cBhvr>
                                        <p:cTn id="159" dur="1" fill="hold">
                                          <p:stCondLst>
                                            <p:cond delay="0"/>
                                          </p:stCondLst>
                                        </p:cTn>
                                        <p:tgtEl>
                                          <p:spTgt spid="69"/>
                                        </p:tgtEl>
                                        <p:attrNameLst>
                                          <p:attrName>style.visibility</p:attrName>
                                        </p:attrNameLst>
                                      </p:cBhvr>
                                      <p:to>
                                        <p:strVal val="visible"/>
                                      </p:to>
                                    </p:set>
                                    <p:animEffect transition="in" filter="barn(inVertical)">
                                      <p:cBhvr>
                                        <p:cTn id="160" dur="500"/>
                                        <p:tgtEl>
                                          <p:spTgt spid="69"/>
                                        </p:tgtEl>
                                      </p:cBhvr>
                                    </p:animEffect>
                                  </p:childTnLst>
                                </p:cTn>
                              </p:par>
                              <p:par>
                                <p:cTn id="161" presetID="16" presetClass="entr" presetSubtype="21" fill="hold" grpId="0" nodeType="withEffect">
                                  <p:stCondLst>
                                    <p:cond delay="0"/>
                                  </p:stCondLst>
                                  <p:childTnLst>
                                    <p:set>
                                      <p:cBhvr>
                                        <p:cTn id="162" dur="1" fill="hold">
                                          <p:stCondLst>
                                            <p:cond delay="0"/>
                                          </p:stCondLst>
                                        </p:cTn>
                                        <p:tgtEl>
                                          <p:spTgt spid="70"/>
                                        </p:tgtEl>
                                        <p:attrNameLst>
                                          <p:attrName>style.visibility</p:attrName>
                                        </p:attrNameLst>
                                      </p:cBhvr>
                                      <p:to>
                                        <p:strVal val="visible"/>
                                      </p:to>
                                    </p:set>
                                    <p:animEffect transition="in" filter="barn(inVertical)">
                                      <p:cBhvr>
                                        <p:cTn id="163" dur="500"/>
                                        <p:tgtEl>
                                          <p:spTgt spid="70"/>
                                        </p:tgtEl>
                                      </p:cBhvr>
                                    </p:animEffect>
                                  </p:childTnLst>
                                </p:cTn>
                              </p:par>
                              <p:par>
                                <p:cTn id="164" presetID="16" presetClass="entr" presetSubtype="21" fill="hold" grpId="0" nodeType="withEffect">
                                  <p:stCondLst>
                                    <p:cond delay="0"/>
                                  </p:stCondLst>
                                  <p:childTnLst>
                                    <p:set>
                                      <p:cBhvr>
                                        <p:cTn id="165" dur="1" fill="hold">
                                          <p:stCondLst>
                                            <p:cond delay="0"/>
                                          </p:stCondLst>
                                        </p:cTn>
                                        <p:tgtEl>
                                          <p:spTgt spid="71"/>
                                        </p:tgtEl>
                                        <p:attrNameLst>
                                          <p:attrName>style.visibility</p:attrName>
                                        </p:attrNameLst>
                                      </p:cBhvr>
                                      <p:to>
                                        <p:strVal val="visible"/>
                                      </p:to>
                                    </p:set>
                                    <p:animEffect transition="in" filter="barn(inVertical)">
                                      <p:cBhvr>
                                        <p:cTn id="166" dur="500"/>
                                        <p:tgtEl>
                                          <p:spTgt spid="71"/>
                                        </p:tgtEl>
                                      </p:cBhvr>
                                    </p:animEffect>
                                  </p:childTnLst>
                                </p:cTn>
                              </p:par>
                              <p:par>
                                <p:cTn id="167" presetID="16" presetClass="entr" presetSubtype="21" fill="hold" grpId="0" nodeType="withEffect">
                                  <p:stCondLst>
                                    <p:cond delay="0"/>
                                  </p:stCondLst>
                                  <p:childTnLst>
                                    <p:set>
                                      <p:cBhvr>
                                        <p:cTn id="168" dur="1" fill="hold">
                                          <p:stCondLst>
                                            <p:cond delay="0"/>
                                          </p:stCondLst>
                                        </p:cTn>
                                        <p:tgtEl>
                                          <p:spTgt spid="72"/>
                                        </p:tgtEl>
                                        <p:attrNameLst>
                                          <p:attrName>style.visibility</p:attrName>
                                        </p:attrNameLst>
                                      </p:cBhvr>
                                      <p:to>
                                        <p:strVal val="visible"/>
                                      </p:to>
                                    </p:set>
                                    <p:animEffect transition="in" filter="barn(inVertical)">
                                      <p:cBhvr>
                                        <p:cTn id="169" dur="500"/>
                                        <p:tgtEl>
                                          <p:spTgt spid="72"/>
                                        </p:tgtEl>
                                      </p:cBhvr>
                                    </p:animEffect>
                                  </p:childTnLst>
                                </p:cTn>
                              </p:par>
                              <p:par>
                                <p:cTn id="170" presetID="16" presetClass="entr" presetSubtype="21" fill="hold" grpId="0" nodeType="withEffect">
                                  <p:stCondLst>
                                    <p:cond delay="0"/>
                                  </p:stCondLst>
                                  <p:childTnLst>
                                    <p:set>
                                      <p:cBhvr>
                                        <p:cTn id="171" dur="1" fill="hold">
                                          <p:stCondLst>
                                            <p:cond delay="0"/>
                                          </p:stCondLst>
                                        </p:cTn>
                                        <p:tgtEl>
                                          <p:spTgt spid="73"/>
                                        </p:tgtEl>
                                        <p:attrNameLst>
                                          <p:attrName>style.visibility</p:attrName>
                                        </p:attrNameLst>
                                      </p:cBhvr>
                                      <p:to>
                                        <p:strVal val="visible"/>
                                      </p:to>
                                    </p:set>
                                    <p:animEffect transition="in" filter="barn(inVertical)">
                                      <p:cBhvr>
                                        <p:cTn id="172" dur="500"/>
                                        <p:tgtEl>
                                          <p:spTgt spid="73"/>
                                        </p:tgtEl>
                                      </p:cBhvr>
                                    </p:animEffect>
                                  </p:childTnLst>
                                </p:cTn>
                              </p:par>
                              <p:par>
                                <p:cTn id="173" presetID="16" presetClass="entr" presetSubtype="21" fill="hold" grpId="0" nodeType="withEffect">
                                  <p:stCondLst>
                                    <p:cond delay="0"/>
                                  </p:stCondLst>
                                  <p:childTnLst>
                                    <p:set>
                                      <p:cBhvr>
                                        <p:cTn id="174" dur="1" fill="hold">
                                          <p:stCondLst>
                                            <p:cond delay="0"/>
                                          </p:stCondLst>
                                        </p:cTn>
                                        <p:tgtEl>
                                          <p:spTgt spid="74"/>
                                        </p:tgtEl>
                                        <p:attrNameLst>
                                          <p:attrName>style.visibility</p:attrName>
                                        </p:attrNameLst>
                                      </p:cBhvr>
                                      <p:to>
                                        <p:strVal val="visible"/>
                                      </p:to>
                                    </p:set>
                                    <p:animEffect transition="in" filter="barn(inVertical)">
                                      <p:cBhvr>
                                        <p:cTn id="175" dur="500"/>
                                        <p:tgtEl>
                                          <p:spTgt spid="74"/>
                                        </p:tgtEl>
                                      </p:cBhvr>
                                    </p:animEffect>
                                  </p:childTnLst>
                                </p:cTn>
                              </p:par>
                              <p:par>
                                <p:cTn id="176" presetID="16" presetClass="entr" presetSubtype="21" fill="hold" grpId="0" nodeType="withEffect">
                                  <p:stCondLst>
                                    <p:cond delay="0"/>
                                  </p:stCondLst>
                                  <p:childTnLst>
                                    <p:set>
                                      <p:cBhvr>
                                        <p:cTn id="177" dur="1" fill="hold">
                                          <p:stCondLst>
                                            <p:cond delay="0"/>
                                          </p:stCondLst>
                                        </p:cTn>
                                        <p:tgtEl>
                                          <p:spTgt spid="75"/>
                                        </p:tgtEl>
                                        <p:attrNameLst>
                                          <p:attrName>style.visibility</p:attrName>
                                        </p:attrNameLst>
                                      </p:cBhvr>
                                      <p:to>
                                        <p:strVal val="visible"/>
                                      </p:to>
                                    </p:set>
                                    <p:animEffect transition="in" filter="barn(inVertical)">
                                      <p:cBhvr>
                                        <p:cTn id="178" dur="500"/>
                                        <p:tgtEl>
                                          <p:spTgt spid="75"/>
                                        </p:tgtEl>
                                      </p:cBhvr>
                                    </p:animEffect>
                                  </p:childTnLst>
                                </p:cTn>
                              </p:par>
                              <p:par>
                                <p:cTn id="179" presetID="16" presetClass="entr" presetSubtype="21" fill="hold" grpId="0" nodeType="withEffect">
                                  <p:stCondLst>
                                    <p:cond delay="0"/>
                                  </p:stCondLst>
                                  <p:childTnLst>
                                    <p:set>
                                      <p:cBhvr>
                                        <p:cTn id="180" dur="1" fill="hold">
                                          <p:stCondLst>
                                            <p:cond delay="0"/>
                                          </p:stCondLst>
                                        </p:cTn>
                                        <p:tgtEl>
                                          <p:spTgt spid="76"/>
                                        </p:tgtEl>
                                        <p:attrNameLst>
                                          <p:attrName>style.visibility</p:attrName>
                                        </p:attrNameLst>
                                      </p:cBhvr>
                                      <p:to>
                                        <p:strVal val="visible"/>
                                      </p:to>
                                    </p:set>
                                    <p:animEffect transition="in" filter="barn(inVertical)">
                                      <p:cBhvr>
                                        <p:cTn id="181" dur="500"/>
                                        <p:tgtEl>
                                          <p:spTgt spid="76"/>
                                        </p:tgtEl>
                                      </p:cBhvr>
                                    </p:animEffect>
                                  </p:childTnLst>
                                </p:cTn>
                              </p:par>
                              <p:par>
                                <p:cTn id="182" presetID="16" presetClass="entr" presetSubtype="21" fill="hold" grpId="0" nodeType="withEffect">
                                  <p:stCondLst>
                                    <p:cond delay="0"/>
                                  </p:stCondLst>
                                  <p:childTnLst>
                                    <p:set>
                                      <p:cBhvr>
                                        <p:cTn id="183" dur="1" fill="hold">
                                          <p:stCondLst>
                                            <p:cond delay="0"/>
                                          </p:stCondLst>
                                        </p:cTn>
                                        <p:tgtEl>
                                          <p:spTgt spid="77"/>
                                        </p:tgtEl>
                                        <p:attrNameLst>
                                          <p:attrName>style.visibility</p:attrName>
                                        </p:attrNameLst>
                                      </p:cBhvr>
                                      <p:to>
                                        <p:strVal val="visible"/>
                                      </p:to>
                                    </p:set>
                                    <p:animEffect transition="in" filter="barn(inVertical)">
                                      <p:cBhvr>
                                        <p:cTn id="184"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p:bldP spid="10" grpId="0"/>
      <p:bldP spid="11" grpId="0" animBg="1"/>
      <p:bldP spid="12" grpId="0" animBg="1"/>
      <p:bldP spid="13" grpId="0"/>
      <p:bldP spid="14" grpId="0"/>
      <p:bldP spid="15" grpId="0" animBg="1"/>
      <p:bldP spid="16" grpId="0" animBg="1"/>
      <p:bldP spid="17" grpId="0"/>
      <p:bldP spid="18" grpId="0"/>
      <p:bldP spid="42" grpId="0"/>
      <p:bldP spid="43" grpId="0" animBg="1"/>
      <p:bldP spid="44" grpId="0"/>
      <p:bldP spid="45" grpId="0"/>
      <p:bldP spid="46" grpId="0" animBg="1"/>
      <p:bldP spid="47" grpId="0"/>
      <p:bldP spid="48" grpId="0"/>
      <p:bldP spid="49" grpId="0" animBg="1"/>
      <p:bldP spid="50" grpId="0"/>
      <p:bldP spid="51" grpId="0"/>
      <p:bldP spid="52" grpId="0" animBg="1"/>
      <p:bldP spid="53" grpId="0"/>
      <p:bldP spid="54" grpId="0"/>
      <p:bldP spid="55" grpId="0" animBg="1"/>
      <p:bldP spid="56" grpId="0"/>
      <p:bldP spid="57" grpId="0"/>
      <p:bldP spid="58" grpId="0" animBg="1"/>
      <p:bldP spid="59" grpId="0"/>
      <p:bldP spid="60" grpId="0"/>
      <p:bldP spid="61" grpId="0"/>
      <p:bldP spid="64" grpId="0"/>
      <p:bldP spid="66" grpId="0" animBg="1"/>
      <p:bldP spid="67" grpId="0"/>
      <p:bldP spid="68" grpId="0"/>
      <p:bldP spid="69" grpId="0" animBg="1"/>
      <p:bldP spid="70" grpId="0"/>
      <p:bldP spid="71" grpId="0"/>
      <p:bldP spid="72" grpId="0" animBg="1"/>
      <p:bldP spid="73" grpId="0"/>
      <p:bldP spid="74" grpId="0"/>
      <p:bldP spid="75" grpId="0" animBg="1"/>
      <p:bldP spid="76" grpId="0"/>
      <p:bldP spid="77" grpId="0"/>
      <p:bldP spid="78" grpId="0"/>
      <p:bldP spid="79" grpId="0"/>
      <p:bldP spid="8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F437D1A-D54A-8D62-EDD0-E59AFFFFD053}"/>
              </a:ext>
            </a:extLst>
          </p:cNvPr>
          <p:cNvSpPr txBox="1"/>
          <p:nvPr/>
        </p:nvSpPr>
        <p:spPr>
          <a:xfrm>
            <a:off x="4065587" y="1501775"/>
            <a:ext cx="4060825" cy="1106805"/>
          </a:xfrm>
          <a:prstGeom prst="rect">
            <a:avLst/>
          </a:prstGeom>
          <a:noFill/>
        </p:spPr>
        <p:txBody>
          <a:bodyPr wrap="square" rtlCol="0">
            <a:spAutoFit/>
          </a:bodyPr>
          <a:lstStyle/>
          <a:p>
            <a:pPr algn="ctr"/>
            <a:r>
              <a:rPr lang="zh-CN" altLang="en-US" sz="6600" b="1" dirty="0">
                <a:solidFill>
                  <a:srgbClr val="00057A"/>
                </a:solidFill>
              </a:rPr>
              <a:t>感谢聆听</a:t>
            </a:r>
          </a:p>
        </p:txBody>
      </p:sp>
      <p:sp>
        <p:nvSpPr>
          <p:cNvPr id="5" name="文本框 4">
            <a:extLst>
              <a:ext uri="{FF2B5EF4-FFF2-40B4-BE49-F238E27FC236}">
                <a16:creationId xmlns:a16="http://schemas.microsoft.com/office/drawing/2014/main" id="{1FC3ECA6-8A5E-67B5-1046-8952C25E73AD}"/>
              </a:ext>
            </a:extLst>
          </p:cNvPr>
          <p:cNvSpPr txBox="1"/>
          <p:nvPr/>
        </p:nvSpPr>
        <p:spPr>
          <a:xfrm>
            <a:off x="5080634" y="3087659"/>
            <a:ext cx="2030730" cy="460375"/>
          </a:xfrm>
          <a:prstGeom prst="rect">
            <a:avLst/>
          </a:prstGeom>
          <a:noFill/>
        </p:spPr>
        <p:txBody>
          <a:bodyPr wrap="square" rtlCol="0">
            <a:spAutoFit/>
          </a:bodyPr>
          <a:lstStyle/>
          <a:p>
            <a:r>
              <a:rPr lang="zh-CN" altLang="en-US" sz="2400" b="1" dirty="0">
                <a:solidFill>
                  <a:schemeClr val="tx1"/>
                </a:solidFill>
              </a:rPr>
              <a:t>敬请批评指正</a:t>
            </a:r>
          </a:p>
        </p:txBody>
      </p:sp>
      <p:sp>
        <p:nvSpPr>
          <p:cNvPr id="6" name="文本框 5">
            <a:extLst>
              <a:ext uri="{FF2B5EF4-FFF2-40B4-BE49-F238E27FC236}">
                <a16:creationId xmlns:a16="http://schemas.microsoft.com/office/drawing/2014/main" id="{7B878F5A-A06D-C553-54F6-BD0D78B57A0D}"/>
              </a:ext>
            </a:extLst>
          </p:cNvPr>
          <p:cNvSpPr txBox="1"/>
          <p:nvPr/>
        </p:nvSpPr>
        <p:spPr>
          <a:xfrm>
            <a:off x="3475727" y="5616545"/>
            <a:ext cx="5883425" cy="400110"/>
          </a:xfrm>
          <a:prstGeom prst="rect">
            <a:avLst/>
          </a:prstGeom>
          <a:noFill/>
        </p:spPr>
        <p:txBody>
          <a:bodyPr wrap="square" rtlCol="0">
            <a:spAutoFit/>
          </a:bodyPr>
          <a:lstStyle/>
          <a:p>
            <a:r>
              <a:rPr lang="zh-CN" altLang="en-US" sz="2000" b="1" dirty="0">
                <a:solidFill>
                  <a:srgbClr val="00057A"/>
                </a:solidFill>
              </a:rPr>
              <a:t>项目名称：</a:t>
            </a:r>
            <a:r>
              <a:rPr lang="zh-CN" altLang="en-US" sz="2000" b="1" dirty="0">
                <a:solidFill>
                  <a:srgbClr val="00057A"/>
                </a:solidFill>
                <a:sym typeface="+mn-ea"/>
              </a:rPr>
              <a:t>盲行智界：视障出行安全辅助系统</a:t>
            </a:r>
          </a:p>
        </p:txBody>
      </p:sp>
    </p:spTree>
    <p:extLst>
      <p:ext uri="{BB962C8B-B14F-4D97-AF65-F5344CB8AC3E}">
        <p14:creationId xmlns:p14="http://schemas.microsoft.com/office/powerpoint/2010/main" val="3705618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1095</TotalTime>
  <Words>4353</Words>
  <Application>Microsoft Office PowerPoint</Application>
  <PresentationFormat>宽屏</PresentationFormat>
  <Paragraphs>258</Paragraphs>
  <Slides>12</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Noto Sans SC</vt:lpstr>
      <vt:lpstr>等线</vt:lpstr>
      <vt:lpstr>等线 Light</vt:lpstr>
      <vt:lpstr>宋体</vt:lpstr>
      <vt:lpstr>Microsoft YaHei</vt:lpstr>
      <vt:lpstr>Microsoft YaHei</vt:lpstr>
      <vt:lpstr>Arial</vt:lpstr>
      <vt:lpstr>Office 主题​​</vt:lpstr>
      <vt:lpstr>盲行智界：视障出行安全辅助系统</vt:lpstr>
      <vt:lpstr>目录</vt:lpstr>
      <vt:lpstr>团队基础与项目定位</vt:lpstr>
      <vt:lpstr>项目意义及创新点</vt:lpstr>
      <vt:lpstr>核心创新点</vt:lpstr>
      <vt:lpstr>产品概念图总览</vt:lpstr>
      <vt:lpstr>项目原理与工作流程</vt:lpstr>
      <vt:lpstr>产品形象和功能模拟</vt:lpstr>
      <vt:lpstr>行业及市场前景</vt:lpstr>
      <vt:lpstr>财务及风险</vt:lpstr>
      <vt:lpstr>营销、资源与孵化路径</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佳家 余</dc:creator>
  <cp:lastModifiedBy>佳家 余</cp:lastModifiedBy>
  <cp:revision>1</cp:revision>
  <dcterms:created xsi:type="dcterms:W3CDTF">2026-06-14T11:26:04Z</dcterms:created>
  <dcterms:modified xsi:type="dcterms:W3CDTF">2026-06-15T05:41:56Z</dcterms:modified>
</cp:coreProperties>
</file>